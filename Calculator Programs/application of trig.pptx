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70DD43-A861-4AD8-99F5-277C0E1BC8B6}" v="119" dt="2026-10-02T08:38:50.2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24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Leung" userId="c280873f-bdf5-48cc-b672-ad0be2e69ba2" providerId="ADAL" clId="{A2702F96-2128-4A75-A1E5-B5E202676584}"/>
    <pc:docChg chg="undo custSel addSld modSld">
      <pc:chgData name="Henry Leung" userId="c280873f-bdf5-48cc-b672-ad0be2e69ba2" providerId="ADAL" clId="{A2702F96-2128-4A75-A1E5-B5E202676584}" dt="2026-10-02T08:38:50.213" v="819" actId="164"/>
      <pc:docMkLst>
        <pc:docMk/>
      </pc:docMkLst>
      <pc:sldChg chg="addSp delSp modSp mod">
        <pc:chgData name="Henry Leung" userId="c280873f-bdf5-48cc-b672-ad0be2e69ba2" providerId="ADAL" clId="{A2702F96-2128-4A75-A1E5-B5E202676584}" dt="2026-09-29T06:43:47.412" v="362" actId="164"/>
        <pc:sldMkLst>
          <pc:docMk/>
          <pc:sldMk cId="919862357" sldId="258"/>
        </pc:sldMkLst>
        <pc:spChg chg="add mod">
          <ac:chgData name="Henry Leung" userId="c280873f-bdf5-48cc-b672-ad0be2e69ba2" providerId="ADAL" clId="{A2702F96-2128-4A75-A1E5-B5E202676584}" dt="2026-09-29T06:05:04.131" v="261" actId="1076"/>
          <ac:spMkLst>
            <pc:docMk/>
            <pc:sldMk cId="919862357" sldId="258"/>
            <ac:spMk id="10" creationId="{14D5918F-EEB9-7520-D4BB-A4A4149DB3EF}"/>
          </ac:spMkLst>
        </pc:spChg>
        <pc:spChg chg="add mod">
          <ac:chgData name="Henry Leung" userId="c280873f-bdf5-48cc-b672-ad0be2e69ba2" providerId="ADAL" clId="{A2702F96-2128-4A75-A1E5-B5E202676584}" dt="2026-09-29T05:56:52.949" v="259" actId="164"/>
          <ac:spMkLst>
            <pc:docMk/>
            <pc:sldMk cId="919862357" sldId="258"/>
            <ac:spMk id="13" creationId="{EAD77AD4-5DC8-DB08-3172-A336947ED476}"/>
          </ac:spMkLst>
        </pc:spChg>
        <pc:spChg chg="add mod">
          <ac:chgData name="Henry Leung" userId="c280873f-bdf5-48cc-b672-ad0be2e69ba2" providerId="ADAL" clId="{A2702F96-2128-4A75-A1E5-B5E202676584}" dt="2026-09-29T06:05:10.062" v="264" actId="1076"/>
          <ac:spMkLst>
            <pc:docMk/>
            <pc:sldMk cId="919862357" sldId="258"/>
            <ac:spMk id="15" creationId="{807D5AF6-381B-5FFF-1A31-03AB233089E8}"/>
          </ac:spMkLst>
        </pc:spChg>
        <pc:spChg chg="add mod">
          <ac:chgData name="Henry Leung" userId="c280873f-bdf5-48cc-b672-ad0be2e69ba2" providerId="ADAL" clId="{A2702F96-2128-4A75-A1E5-B5E202676584}" dt="2026-09-29T05:56:52.949" v="259" actId="164"/>
          <ac:spMkLst>
            <pc:docMk/>
            <pc:sldMk cId="919862357" sldId="258"/>
            <ac:spMk id="16" creationId="{F1431666-B527-EF29-01FC-5DC392ED592A}"/>
          </ac:spMkLst>
        </pc:spChg>
        <pc:spChg chg="mod">
          <ac:chgData name="Henry Leung" userId="c280873f-bdf5-48cc-b672-ad0be2e69ba2" providerId="ADAL" clId="{A2702F96-2128-4A75-A1E5-B5E202676584}" dt="2026-09-29T06:09:27.920" v="277" actId="1076"/>
          <ac:spMkLst>
            <pc:docMk/>
            <pc:sldMk cId="919862357" sldId="258"/>
            <ac:spMk id="25" creationId="{87EF3A70-A570-D24D-FB18-FDE600107942}"/>
          </ac:spMkLst>
        </pc:spChg>
        <pc:spChg chg="mod">
          <ac:chgData name="Henry Leung" userId="c280873f-bdf5-48cc-b672-ad0be2e69ba2" providerId="ADAL" clId="{A2702F96-2128-4A75-A1E5-B5E202676584}" dt="2026-09-29T06:07:29.385" v="270" actId="14100"/>
          <ac:spMkLst>
            <pc:docMk/>
            <pc:sldMk cId="919862357" sldId="258"/>
            <ac:spMk id="26" creationId="{60243838-789B-55DB-A6A9-2EC98C60F0A5}"/>
          </ac:spMkLst>
        </pc:spChg>
        <pc:spChg chg="mod">
          <ac:chgData name="Henry Leung" userId="c280873f-bdf5-48cc-b672-ad0be2e69ba2" providerId="ADAL" clId="{A2702F96-2128-4A75-A1E5-B5E202676584}" dt="2026-09-29T06:07:44.741" v="276" actId="1076"/>
          <ac:spMkLst>
            <pc:docMk/>
            <pc:sldMk cId="919862357" sldId="258"/>
            <ac:spMk id="27" creationId="{3B7C4CE3-9BA8-CC76-1CBC-1ED0F634D858}"/>
          </ac:spMkLst>
        </pc:spChg>
        <pc:spChg chg="mod">
          <ac:chgData name="Henry Leung" userId="c280873f-bdf5-48cc-b672-ad0be2e69ba2" providerId="ADAL" clId="{A2702F96-2128-4A75-A1E5-B5E202676584}" dt="2026-09-29T06:07:35.852" v="272" actId="14100"/>
          <ac:spMkLst>
            <pc:docMk/>
            <pc:sldMk cId="919862357" sldId="258"/>
            <ac:spMk id="28" creationId="{0B7795F8-625B-C9C2-7B59-C0DEACA67E0D}"/>
          </ac:spMkLst>
        </pc:spChg>
        <pc:spChg chg="add mod">
          <ac:chgData name="Henry Leung" userId="c280873f-bdf5-48cc-b672-ad0be2e69ba2" providerId="ADAL" clId="{A2702F96-2128-4A75-A1E5-B5E202676584}" dt="2026-09-29T06:22:12.198" v="321" actId="164"/>
          <ac:spMkLst>
            <pc:docMk/>
            <pc:sldMk cId="919862357" sldId="258"/>
            <ac:spMk id="32" creationId="{D2954503-DEC5-991E-C400-3B5B807FB64C}"/>
          </ac:spMkLst>
        </pc:spChg>
        <pc:spChg chg="add mod">
          <ac:chgData name="Henry Leung" userId="c280873f-bdf5-48cc-b672-ad0be2e69ba2" providerId="ADAL" clId="{A2702F96-2128-4A75-A1E5-B5E202676584}" dt="2026-09-29T06:22:12.198" v="321" actId="164"/>
          <ac:spMkLst>
            <pc:docMk/>
            <pc:sldMk cId="919862357" sldId="258"/>
            <ac:spMk id="33" creationId="{62490893-EF31-B72C-513F-D9F96F0520AF}"/>
          </ac:spMkLst>
        </pc:spChg>
        <pc:spChg chg="add mod">
          <ac:chgData name="Henry Leung" userId="c280873f-bdf5-48cc-b672-ad0be2e69ba2" providerId="ADAL" clId="{A2702F96-2128-4A75-A1E5-B5E202676584}" dt="2026-09-29T06:22:12.198" v="321" actId="164"/>
          <ac:spMkLst>
            <pc:docMk/>
            <pc:sldMk cId="919862357" sldId="258"/>
            <ac:spMk id="34" creationId="{15E419BB-5454-046C-4E74-26CF91BD44F7}"/>
          </ac:spMkLst>
        </pc:spChg>
        <pc:spChg chg="add mod">
          <ac:chgData name="Henry Leung" userId="c280873f-bdf5-48cc-b672-ad0be2e69ba2" providerId="ADAL" clId="{A2702F96-2128-4A75-A1E5-B5E202676584}" dt="2026-09-29T06:22:12.198" v="321" actId="164"/>
          <ac:spMkLst>
            <pc:docMk/>
            <pc:sldMk cId="919862357" sldId="258"/>
            <ac:spMk id="35" creationId="{459B79DA-E754-8E7C-FEB0-054C4525B7B5}"/>
          </ac:spMkLst>
        </pc:spChg>
        <pc:spChg chg="add mod">
          <ac:chgData name="Henry Leung" userId="c280873f-bdf5-48cc-b672-ad0be2e69ba2" providerId="ADAL" clId="{A2702F96-2128-4A75-A1E5-B5E202676584}" dt="2026-09-29T06:22:12.198" v="321" actId="164"/>
          <ac:spMkLst>
            <pc:docMk/>
            <pc:sldMk cId="919862357" sldId="258"/>
            <ac:spMk id="36" creationId="{8E294008-DEB6-E6D3-F437-9D34487FF1FF}"/>
          </ac:spMkLst>
        </pc:spChg>
        <pc:spChg chg="add mod">
          <ac:chgData name="Henry Leung" userId="c280873f-bdf5-48cc-b672-ad0be2e69ba2" providerId="ADAL" clId="{A2702F96-2128-4A75-A1E5-B5E202676584}" dt="2026-09-29T06:22:12.198" v="321" actId="164"/>
          <ac:spMkLst>
            <pc:docMk/>
            <pc:sldMk cId="919862357" sldId="258"/>
            <ac:spMk id="37" creationId="{B6C2F6D0-B475-B394-4806-1C12D448D8C3}"/>
          </ac:spMkLst>
        </pc:spChg>
        <pc:spChg chg="add mod">
          <ac:chgData name="Henry Leung" userId="c280873f-bdf5-48cc-b672-ad0be2e69ba2" providerId="ADAL" clId="{A2702F96-2128-4A75-A1E5-B5E202676584}" dt="2026-09-29T06:22:12.198" v="321" actId="164"/>
          <ac:spMkLst>
            <pc:docMk/>
            <pc:sldMk cId="919862357" sldId="258"/>
            <ac:spMk id="38" creationId="{47ACFB87-0F16-5E7F-1E31-088A1ACF1B9D}"/>
          </ac:spMkLst>
        </pc:spChg>
        <pc:spChg chg="add mod topLvl">
          <ac:chgData name="Henry Leung" userId="c280873f-bdf5-48cc-b672-ad0be2e69ba2" providerId="ADAL" clId="{A2702F96-2128-4A75-A1E5-B5E202676584}" dt="2026-09-29T06:43:47.412" v="362" actId="164"/>
          <ac:spMkLst>
            <pc:docMk/>
            <pc:sldMk cId="919862357" sldId="258"/>
            <ac:spMk id="41" creationId="{4E5DBF12-8441-8DB0-8727-E1933AA78F64}"/>
          </ac:spMkLst>
        </pc:spChg>
        <pc:spChg chg="add mod topLvl">
          <ac:chgData name="Henry Leung" userId="c280873f-bdf5-48cc-b672-ad0be2e69ba2" providerId="ADAL" clId="{A2702F96-2128-4A75-A1E5-B5E202676584}" dt="2026-09-29T06:43:47.412" v="362" actId="164"/>
          <ac:spMkLst>
            <pc:docMk/>
            <pc:sldMk cId="919862357" sldId="258"/>
            <ac:spMk id="42" creationId="{91DD23E4-777E-0E39-2041-A25BA94ADA82}"/>
          </ac:spMkLst>
        </pc:spChg>
        <pc:spChg chg="add mod topLvl">
          <ac:chgData name="Henry Leung" userId="c280873f-bdf5-48cc-b672-ad0be2e69ba2" providerId="ADAL" clId="{A2702F96-2128-4A75-A1E5-B5E202676584}" dt="2026-09-29T06:43:47.412" v="362" actId="164"/>
          <ac:spMkLst>
            <pc:docMk/>
            <pc:sldMk cId="919862357" sldId="258"/>
            <ac:spMk id="43" creationId="{FB9CE2AB-CAF0-B49B-5959-AA5E902402E0}"/>
          </ac:spMkLst>
        </pc:spChg>
        <pc:spChg chg="add mod">
          <ac:chgData name="Henry Leung" userId="c280873f-bdf5-48cc-b672-ad0be2e69ba2" providerId="ADAL" clId="{A2702F96-2128-4A75-A1E5-B5E202676584}" dt="2026-09-29T06:43:47.412" v="362" actId="164"/>
          <ac:spMkLst>
            <pc:docMk/>
            <pc:sldMk cId="919862357" sldId="258"/>
            <ac:spMk id="44" creationId="{B9B537C3-F372-9450-CB1D-E625BCC05CD0}"/>
          </ac:spMkLst>
        </pc:spChg>
        <pc:grpChg chg="add mod">
          <ac:chgData name="Henry Leung" userId="c280873f-bdf5-48cc-b672-ad0be2e69ba2" providerId="ADAL" clId="{A2702F96-2128-4A75-A1E5-B5E202676584}" dt="2026-09-29T05:56:52.949" v="259" actId="164"/>
          <ac:grpSpMkLst>
            <pc:docMk/>
            <pc:sldMk cId="919862357" sldId="258"/>
            <ac:grpSpMk id="20" creationId="{62330D1B-DAA6-3E74-222A-A867D0716015}"/>
          </ac:grpSpMkLst>
        </pc:grpChg>
        <pc:grpChg chg="add mod">
          <ac:chgData name="Henry Leung" userId="c280873f-bdf5-48cc-b672-ad0be2e69ba2" providerId="ADAL" clId="{A2702F96-2128-4A75-A1E5-B5E202676584}" dt="2026-09-29T06:07:10.740" v="266" actId="1076"/>
          <ac:grpSpMkLst>
            <pc:docMk/>
            <pc:sldMk cId="919862357" sldId="258"/>
            <ac:grpSpMk id="21" creationId="{306B1D45-1947-2571-731D-52B00228DB0A}"/>
          </ac:grpSpMkLst>
        </pc:grpChg>
        <pc:grpChg chg="add mod">
          <ac:chgData name="Henry Leung" userId="c280873f-bdf5-48cc-b672-ad0be2e69ba2" providerId="ADAL" clId="{A2702F96-2128-4A75-A1E5-B5E202676584}" dt="2026-09-29T06:22:12.198" v="321" actId="164"/>
          <ac:grpSpMkLst>
            <pc:docMk/>
            <pc:sldMk cId="919862357" sldId="258"/>
            <ac:grpSpMk id="39" creationId="{D235E75F-5250-486C-1FEF-29C521FF4FBC}"/>
          </ac:grpSpMkLst>
        </pc:grpChg>
        <pc:grpChg chg="add mod">
          <ac:chgData name="Henry Leung" userId="c280873f-bdf5-48cc-b672-ad0be2e69ba2" providerId="ADAL" clId="{A2702F96-2128-4A75-A1E5-B5E202676584}" dt="2026-09-29T06:43:47.412" v="362" actId="164"/>
          <ac:grpSpMkLst>
            <pc:docMk/>
            <pc:sldMk cId="919862357" sldId="258"/>
            <ac:grpSpMk id="46" creationId="{202B1365-49C8-D2ED-72F6-CE31CF764336}"/>
          </ac:grpSpMkLst>
        </pc:grpChg>
        <pc:graphicFrameChg chg="add mod">
          <ac:chgData name="Henry Leung" userId="c280873f-bdf5-48cc-b672-ad0be2e69ba2" providerId="ADAL" clId="{A2702F96-2128-4A75-A1E5-B5E202676584}" dt="2026-09-29T05:56:52.949" v="259" actId="164"/>
          <ac:graphicFrameMkLst>
            <pc:docMk/>
            <pc:sldMk cId="919862357" sldId="258"/>
            <ac:graphicFrameMk id="19" creationId="{93EDDBBF-5C51-BC09-5FB3-9F7316F6FDF4}"/>
          </ac:graphicFrameMkLst>
        </pc:graphicFrameChg>
        <pc:graphicFrameChg chg="mod">
          <ac:chgData name="Henry Leung" userId="c280873f-bdf5-48cc-b672-ad0be2e69ba2" providerId="ADAL" clId="{A2702F96-2128-4A75-A1E5-B5E202676584}" dt="2026-09-29T06:07:20.802" v="269" actId="1076"/>
          <ac:graphicFrameMkLst>
            <pc:docMk/>
            <pc:sldMk cId="919862357" sldId="258"/>
            <ac:graphicFrameMk id="29" creationId="{D5B9777A-1D1E-FC5A-68FD-76F0FFFC0FF3}"/>
          </ac:graphicFrameMkLst>
        </pc:graphicFrameChg>
        <pc:picChg chg="add mod">
          <ac:chgData name="Henry Leung" userId="c280873f-bdf5-48cc-b672-ad0be2e69ba2" providerId="ADAL" clId="{A2702F96-2128-4A75-A1E5-B5E202676584}" dt="2026-09-29T06:22:12.198" v="321" actId="164"/>
          <ac:picMkLst>
            <pc:docMk/>
            <pc:sldMk cId="919862357" sldId="258"/>
            <ac:picMk id="30" creationId="{5D1052B2-15F8-A7B2-A3E2-E9E24222D515}"/>
          </ac:picMkLst>
        </pc:picChg>
        <pc:picChg chg="add mod topLvl">
          <ac:chgData name="Henry Leung" userId="c280873f-bdf5-48cc-b672-ad0be2e69ba2" providerId="ADAL" clId="{A2702F96-2128-4A75-A1E5-B5E202676584}" dt="2026-09-29T06:43:47.412" v="362" actId="164"/>
          <ac:picMkLst>
            <pc:docMk/>
            <pc:sldMk cId="919862357" sldId="258"/>
            <ac:picMk id="40" creationId="{BF534AF7-8919-E56E-D21A-059E7D5D159B}"/>
          </ac:picMkLst>
        </pc:picChg>
        <pc:cxnChg chg="add mod">
          <ac:chgData name="Henry Leung" userId="c280873f-bdf5-48cc-b672-ad0be2e69ba2" providerId="ADAL" clId="{A2702F96-2128-4A75-A1E5-B5E202676584}" dt="2026-09-29T05:56:52.949" v="259" actId="164"/>
          <ac:cxnSpMkLst>
            <pc:docMk/>
            <pc:sldMk cId="919862357" sldId="258"/>
            <ac:cxnSpMk id="5" creationId="{D6C9F982-A883-3F64-B336-0A205EDF6CDC}"/>
          </ac:cxnSpMkLst>
        </pc:cxnChg>
        <pc:cxnChg chg="add mod">
          <ac:chgData name="Henry Leung" userId="c280873f-bdf5-48cc-b672-ad0be2e69ba2" providerId="ADAL" clId="{A2702F96-2128-4A75-A1E5-B5E202676584}" dt="2026-09-29T05:56:52.949" v="259" actId="164"/>
          <ac:cxnSpMkLst>
            <pc:docMk/>
            <pc:sldMk cId="919862357" sldId="258"/>
            <ac:cxnSpMk id="6" creationId="{142A55E5-9C95-9A8F-5A34-8B97D314E731}"/>
          </ac:cxnSpMkLst>
        </pc:cxnChg>
        <pc:cxnChg chg="add mod">
          <ac:chgData name="Henry Leung" userId="c280873f-bdf5-48cc-b672-ad0be2e69ba2" providerId="ADAL" clId="{A2702F96-2128-4A75-A1E5-B5E202676584}" dt="2026-09-29T05:56:52.949" v="259" actId="164"/>
          <ac:cxnSpMkLst>
            <pc:docMk/>
            <pc:sldMk cId="919862357" sldId="258"/>
            <ac:cxnSpMk id="8" creationId="{599970CC-1D7A-9865-3F9C-2393412A8E45}"/>
          </ac:cxnSpMkLst>
        </pc:cxnChg>
        <pc:cxnChg chg="mod">
          <ac:chgData name="Henry Leung" userId="c280873f-bdf5-48cc-b672-ad0be2e69ba2" providerId="ADAL" clId="{A2702F96-2128-4A75-A1E5-B5E202676584}" dt="2026-09-29T06:07:08.963" v="265"/>
          <ac:cxnSpMkLst>
            <pc:docMk/>
            <pc:sldMk cId="919862357" sldId="258"/>
            <ac:cxnSpMk id="22" creationId="{F559053D-5D97-5ACA-EEF6-2882F1A2ED4B}"/>
          </ac:cxnSpMkLst>
        </pc:cxnChg>
        <pc:cxnChg chg="mod">
          <ac:chgData name="Henry Leung" userId="c280873f-bdf5-48cc-b672-ad0be2e69ba2" providerId="ADAL" clId="{A2702F96-2128-4A75-A1E5-B5E202676584}" dt="2026-09-29T06:07:08.963" v="265"/>
          <ac:cxnSpMkLst>
            <pc:docMk/>
            <pc:sldMk cId="919862357" sldId="258"/>
            <ac:cxnSpMk id="23" creationId="{219BE6ED-5053-9618-B6B9-E01C40AFDC32}"/>
          </ac:cxnSpMkLst>
        </pc:cxnChg>
        <pc:cxnChg chg="mod">
          <ac:chgData name="Henry Leung" userId="c280873f-bdf5-48cc-b672-ad0be2e69ba2" providerId="ADAL" clId="{A2702F96-2128-4A75-A1E5-B5E202676584}" dt="2026-09-29T06:07:16.670" v="268" actId="1076"/>
          <ac:cxnSpMkLst>
            <pc:docMk/>
            <pc:sldMk cId="919862357" sldId="258"/>
            <ac:cxnSpMk id="24" creationId="{F0ADBA1E-4C45-5EC5-D4C4-ADDE84C00640}"/>
          </ac:cxnSpMkLst>
        </pc:cxnChg>
      </pc:sldChg>
      <pc:sldChg chg="addSp delSp modSp add mod">
        <pc:chgData name="Henry Leung" userId="c280873f-bdf5-48cc-b672-ad0be2e69ba2" providerId="ADAL" clId="{A2702F96-2128-4A75-A1E5-B5E202676584}" dt="2026-10-02T08:04:17.619" v="616" actId="20577"/>
        <pc:sldMkLst>
          <pc:docMk/>
          <pc:sldMk cId="3398359099" sldId="259"/>
        </pc:sldMkLst>
        <pc:spChg chg="add mod">
          <ac:chgData name="Henry Leung" userId="c280873f-bdf5-48cc-b672-ad0be2e69ba2" providerId="ADAL" clId="{A2702F96-2128-4A75-A1E5-B5E202676584}" dt="2026-09-29T06:53:31.902" v="397" actId="164"/>
          <ac:spMkLst>
            <pc:docMk/>
            <pc:sldMk cId="3398359099" sldId="259"/>
            <ac:spMk id="3" creationId="{A92CDB56-580B-30D6-E710-261B9066ABE5}"/>
          </ac:spMkLst>
        </pc:spChg>
        <pc:spChg chg="add mod">
          <ac:chgData name="Henry Leung" userId="c280873f-bdf5-48cc-b672-ad0be2e69ba2" providerId="ADAL" clId="{A2702F96-2128-4A75-A1E5-B5E202676584}" dt="2026-09-29T06:53:31.902" v="397" actId="164"/>
          <ac:spMkLst>
            <pc:docMk/>
            <pc:sldMk cId="3398359099" sldId="259"/>
            <ac:spMk id="4" creationId="{0C8D318D-B347-7640-4B35-35C3700FB0F0}"/>
          </ac:spMkLst>
        </pc:spChg>
        <pc:spChg chg="add mod">
          <ac:chgData name="Henry Leung" userId="c280873f-bdf5-48cc-b672-ad0be2e69ba2" providerId="ADAL" clId="{A2702F96-2128-4A75-A1E5-B5E202676584}" dt="2026-09-29T06:53:31.902" v="397" actId="164"/>
          <ac:spMkLst>
            <pc:docMk/>
            <pc:sldMk cId="3398359099" sldId="259"/>
            <ac:spMk id="7" creationId="{1C9AF667-495F-B2DD-21C6-A9CB551422D2}"/>
          </ac:spMkLst>
        </pc:spChg>
        <pc:spChg chg="add mod">
          <ac:chgData name="Henry Leung" userId="c280873f-bdf5-48cc-b672-ad0be2e69ba2" providerId="ADAL" clId="{A2702F96-2128-4A75-A1E5-B5E202676584}" dt="2026-09-29T06:53:31.902" v="397" actId="164"/>
          <ac:spMkLst>
            <pc:docMk/>
            <pc:sldMk cId="3398359099" sldId="259"/>
            <ac:spMk id="9" creationId="{263FABBD-1571-E596-A3F0-84DA6D1ADEA7}"/>
          </ac:spMkLst>
        </pc:spChg>
        <pc:spChg chg="add mod">
          <ac:chgData name="Henry Leung" userId="c280873f-bdf5-48cc-b672-ad0be2e69ba2" providerId="ADAL" clId="{A2702F96-2128-4A75-A1E5-B5E202676584}" dt="2026-10-02T05:59:16.717" v="510" actId="1076"/>
          <ac:spMkLst>
            <pc:docMk/>
            <pc:sldMk cId="3398359099" sldId="259"/>
            <ac:spMk id="10" creationId="{1162D9CD-B58E-196E-CA31-AF914A05971D}"/>
          </ac:spMkLst>
        </pc:spChg>
        <pc:spChg chg="add del">
          <ac:chgData name="Henry Leung" userId="c280873f-bdf5-48cc-b672-ad0be2e69ba2" providerId="ADAL" clId="{A2702F96-2128-4A75-A1E5-B5E202676584}" dt="2026-10-02T05:54:25.642" v="419" actId="478"/>
          <ac:spMkLst>
            <pc:docMk/>
            <pc:sldMk cId="3398359099" sldId="259"/>
            <ac:spMk id="12" creationId="{E41FCB6F-5D35-B411-2EA7-BCF919F94498}"/>
          </ac:spMkLst>
        </pc:spChg>
        <pc:spChg chg="add mod">
          <ac:chgData name="Henry Leung" userId="c280873f-bdf5-48cc-b672-ad0be2e69ba2" providerId="ADAL" clId="{A2702F96-2128-4A75-A1E5-B5E202676584}" dt="2026-10-02T05:57:17.025" v="508" actId="164"/>
          <ac:spMkLst>
            <pc:docMk/>
            <pc:sldMk cId="3398359099" sldId="259"/>
            <ac:spMk id="13" creationId="{4C4BD4CA-F71D-A23F-C8BD-A730658E3BF9}"/>
          </ac:spMkLst>
        </pc:spChg>
        <pc:spChg chg="add mod">
          <ac:chgData name="Henry Leung" userId="c280873f-bdf5-48cc-b672-ad0be2e69ba2" providerId="ADAL" clId="{A2702F96-2128-4A75-A1E5-B5E202676584}" dt="2026-10-02T05:57:17.025" v="508" actId="164"/>
          <ac:spMkLst>
            <pc:docMk/>
            <pc:sldMk cId="3398359099" sldId="259"/>
            <ac:spMk id="20" creationId="{D3B3AB78-DEB3-4BBA-5600-BAA000862EB5}"/>
          </ac:spMkLst>
        </pc:spChg>
        <pc:spChg chg="add mod">
          <ac:chgData name="Henry Leung" userId="c280873f-bdf5-48cc-b672-ad0be2e69ba2" providerId="ADAL" clId="{A2702F96-2128-4A75-A1E5-B5E202676584}" dt="2026-10-02T05:57:17.025" v="508" actId="164"/>
          <ac:spMkLst>
            <pc:docMk/>
            <pc:sldMk cId="3398359099" sldId="259"/>
            <ac:spMk id="21" creationId="{FED265AA-3F68-587C-5E13-B7C0F0CFCFB2}"/>
          </ac:spMkLst>
        </pc:spChg>
        <pc:spChg chg="add del mod">
          <ac:chgData name="Henry Leung" userId="c280873f-bdf5-48cc-b672-ad0be2e69ba2" providerId="ADAL" clId="{A2702F96-2128-4A75-A1E5-B5E202676584}" dt="2026-10-02T05:57:02.023" v="506" actId="478"/>
          <ac:spMkLst>
            <pc:docMk/>
            <pc:sldMk cId="3398359099" sldId="259"/>
            <ac:spMk id="22" creationId="{B9A86D3B-5D50-4AB0-C7F4-768A10FC87E7}"/>
          </ac:spMkLst>
        </pc:spChg>
        <pc:spChg chg="add del mod">
          <ac:chgData name="Henry Leung" userId="c280873f-bdf5-48cc-b672-ad0be2e69ba2" providerId="ADAL" clId="{A2702F96-2128-4A75-A1E5-B5E202676584}" dt="2026-10-02T07:56:23.394" v="520" actId="478"/>
          <ac:spMkLst>
            <pc:docMk/>
            <pc:sldMk cId="3398359099" sldId="259"/>
            <ac:spMk id="26" creationId="{4E83EEB3-50F4-1B7D-1E79-6B9D8C53B1E7}"/>
          </ac:spMkLst>
        </pc:spChg>
        <pc:spChg chg="add del">
          <ac:chgData name="Henry Leung" userId="c280873f-bdf5-48cc-b672-ad0be2e69ba2" providerId="ADAL" clId="{A2702F96-2128-4A75-A1E5-B5E202676584}" dt="2026-10-02T07:56:31.183" v="522" actId="478"/>
          <ac:spMkLst>
            <pc:docMk/>
            <pc:sldMk cId="3398359099" sldId="259"/>
            <ac:spMk id="27" creationId="{B6958A04-380A-334E-2DEC-33DBD1511A01}"/>
          </ac:spMkLst>
        </pc:spChg>
        <pc:spChg chg="add mod">
          <ac:chgData name="Henry Leung" userId="c280873f-bdf5-48cc-b672-ad0be2e69ba2" providerId="ADAL" clId="{A2702F96-2128-4A75-A1E5-B5E202676584}" dt="2026-10-02T08:01:17.037" v="615" actId="164"/>
          <ac:spMkLst>
            <pc:docMk/>
            <pc:sldMk cId="3398359099" sldId="259"/>
            <ac:spMk id="47" creationId="{41441ED3-4751-6BC9-C9AC-D0684A577562}"/>
          </ac:spMkLst>
        </pc:spChg>
        <pc:spChg chg="add mod">
          <ac:chgData name="Henry Leung" userId="c280873f-bdf5-48cc-b672-ad0be2e69ba2" providerId="ADAL" clId="{A2702F96-2128-4A75-A1E5-B5E202676584}" dt="2026-10-02T08:01:17.037" v="615" actId="164"/>
          <ac:spMkLst>
            <pc:docMk/>
            <pc:sldMk cId="3398359099" sldId="259"/>
            <ac:spMk id="55" creationId="{3E45525E-79C2-9BEA-9DF6-96943B488814}"/>
          </ac:spMkLst>
        </pc:spChg>
        <pc:spChg chg="add mod">
          <ac:chgData name="Henry Leung" userId="c280873f-bdf5-48cc-b672-ad0be2e69ba2" providerId="ADAL" clId="{A2702F96-2128-4A75-A1E5-B5E202676584}" dt="2026-10-02T08:01:17.037" v="615" actId="164"/>
          <ac:spMkLst>
            <pc:docMk/>
            <pc:sldMk cId="3398359099" sldId="259"/>
            <ac:spMk id="56" creationId="{FACAE352-F21B-94E8-5873-70FDB52ED7FB}"/>
          </ac:spMkLst>
        </pc:spChg>
        <pc:spChg chg="add mod">
          <ac:chgData name="Henry Leung" userId="c280873f-bdf5-48cc-b672-ad0be2e69ba2" providerId="ADAL" clId="{A2702F96-2128-4A75-A1E5-B5E202676584}" dt="2026-10-02T08:01:17.037" v="615" actId="164"/>
          <ac:spMkLst>
            <pc:docMk/>
            <pc:sldMk cId="3398359099" sldId="259"/>
            <ac:spMk id="57" creationId="{B10FCEC5-6622-8571-ECB1-07C0CF21F9A6}"/>
          </ac:spMkLst>
        </pc:spChg>
        <pc:spChg chg="add mod">
          <ac:chgData name="Henry Leung" userId="c280873f-bdf5-48cc-b672-ad0be2e69ba2" providerId="ADAL" clId="{A2702F96-2128-4A75-A1E5-B5E202676584}" dt="2026-10-02T08:01:17.037" v="615" actId="164"/>
          <ac:spMkLst>
            <pc:docMk/>
            <pc:sldMk cId="3398359099" sldId="259"/>
            <ac:spMk id="58" creationId="{BFBD7A08-3DBB-BAA1-91D8-358325267E01}"/>
          </ac:spMkLst>
        </pc:spChg>
        <pc:spChg chg="add mod">
          <ac:chgData name="Henry Leung" userId="c280873f-bdf5-48cc-b672-ad0be2e69ba2" providerId="ADAL" clId="{A2702F96-2128-4A75-A1E5-B5E202676584}" dt="2026-10-02T08:04:17.619" v="616" actId="20577"/>
          <ac:spMkLst>
            <pc:docMk/>
            <pc:sldMk cId="3398359099" sldId="259"/>
            <ac:spMk id="59" creationId="{88FC9E2C-5D31-0498-22DE-9291BEB61CAB}"/>
          </ac:spMkLst>
        </pc:spChg>
        <pc:spChg chg="add mod">
          <ac:chgData name="Henry Leung" userId="c280873f-bdf5-48cc-b672-ad0be2e69ba2" providerId="ADAL" clId="{A2702F96-2128-4A75-A1E5-B5E202676584}" dt="2026-10-02T08:01:17.037" v="615" actId="164"/>
          <ac:spMkLst>
            <pc:docMk/>
            <pc:sldMk cId="3398359099" sldId="259"/>
            <ac:spMk id="60" creationId="{7F97EFFF-23B0-00DF-B6AB-E6039411B403}"/>
          </ac:spMkLst>
        </pc:spChg>
        <pc:spChg chg="add mod">
          <ac:chgData name="Henry Leung" userId="c280873f-bdf5-48cc-b672-ad0be2e69ba2" providerId="ADAL" clId="{A2702F96-2128-4A75-A1E5-B5E202676584}" dt="2026-10-02T08:01:17.037" v="615" actId="164"/>
          <ac:spMkLst>
            <pc:docMk/>
            <pc:sldMk cId="3398359099" sldId="259"/>
            <ac:spMk id="61" creationId="{ED76AB3F-D347-C7A5-30C9-34C53F921B98}"/>
          </ac:spMkLst>
        </pc:spChg>
        <pc:grpChg chg="add mod">
          <ac:chgData name="Henry Leung" userId="c280873f-bdf5-48cc-b672-ad0be2e69ba2" providerId="ADAL" clId="{A2702F96-2128-4A75-A1E5-B5E202676584}" dt="2026-09-29T06:53:31.902" v="397" actId="164"/>
          <ac:grpSpMkLst>
            <pc:docMk/>
            <pc:sldMk cId="3398359099" sldId="259"/>
            <ac:grpSpMk id="14" creationId="{B047E1F0-71E5-540B-44D2-808CFFA2C3DF}"/>
          </ac:grpSpMkLst>
        </pc:grpChg>
        <pc:grpChg chg="add mod">
          <ac:chgData name="Henry Leung" userId="c280873f-bdf5-48cc-b672-ad0be2e69ba2" providerId="ADAL" clId="{A2702F96-2128-4A75-A1E5-B5E202676584}" dt="2026-10-02T05:57:17.025" v="508" actId="164"/>
          <ac:grpSpMkLst>
            <pc:docMk/>
            <pc:sldMk cId="3398359099" sldId="259"/>
            <ac:grpSpMk id="24" creationId="{0C89C14E-FF40-772B-C2FC-155E85706D0F}"/>
          </ac:grpSpMkLst>
        </pc:grpChg>
        <pc:grpChg chg="add mod">
          <ac:chgData name="Henry Leung" userId="c280873f-bdf5-48cc-b672-ad0be2e69ba2" providerId="ADAL" clId="{A2702F96-2128-4A75-A1E5-B5E202676584}" dt="2026-10-02T08:01:17.037" v="615" actId="164"/>
          <ac:grpSpMkLst>
            <pc:docMk/>
            <pc:sldMk cId="3398359099" sldId="259"/>
            <ac:grpSpMk id="62" creationId="{F8F9B710-89C1-06DC-A287-38A0D9ED6210}"/>
          </ac:grpSpMkLst>
        </pc:grpChg>
        <pc:graphicFrameChg chg="add mod">
          <ac:chgData name="Henry Leung" userId="c280873f-bdf5-48cc-b672-ad0be2e69ba2" providerId="ADAL" clId="{A2702F96-2128-4A75-A1E5-B5E202676584}" dt="2026-10-02T05:57:17.025" v="508" actId="164"/>
          <ac:graphicFrameMkLst>
            <pc:docMk/>
            <pc:sldMk cId="3398359099" sldId="259"/>
            <ac:graphicFrameMk id="23" creationId="{B8CAC587-1A3D-B7FC-650B-5685E927FE64}"/>
          </ac:graphicFrameMkLst>
        </pc:graphicFrameChg>
        <pc:picChg chg="add mod">
          <ac:chgData name="Henry Leung" userId="c280873f-bdf5-48cc-b672-ad0be2e69ba2" providerId="ADAL" clId="{A2702F96-2128-4A75-A1E5-B5E202676584}" dt="2026-09-29T06:53:31.902" v="397" actId="164"/>
          <ac:picMkLst>
            <pc:docMk/>
            <pc:sldMk cId="3398359099" sldId="259"/>
            <ac:picMk id="2" creationId="{484BB50B-A3B4-13E2-1E66-225247436178}"/>
          </ac:picMkLst>
        </pc:picChg>
        <pc:picChg chg="add del mod">
          <ac:chgData name="Henry Leung" userId="c280873f-bdf5-48cc-b672-ad0be2e69ba2" providerId="ADAL" clId="{A2702F96-2128-4A75-A1E5-B5E202676584}" dt="2026-10-02T05:55:24.296" v="452" actId="478"/>
          <ac:picMkLst>
            <pc:docMk/>
            <pc:sldMk cId="3398359099" sldId="259"/>
            <ac:picMk id="5" creationId="{1B6716EE-7B01-ED05-EBBE-2906E8720D40}"/>
          </ac:picMkLst>
        </pc:picChg>
        <pc:picChg chg="add del mod">
          <ac:chgData name="Henry Leung" userId="c280873f-bdf5-48cc-b672-ad0be2e69ba2" providerId="ADAL" clId="{A2702F96-2128-4A75-A1E5-B5E202676584}" dt="2026-10-02T08:01:05.488" v="613" actId="478"/>
          <ac:picMkLst>
            <pc:docMk/>
            <pc:sldMk cId="3398359099" sldId="259"/>
            <ac:picMk id="25" creationId="{736C3A3B-A30A-609B-97AB-CA28A8433619}"/>
          </ac:picMkLst>
        </pc:picChg>
        <pc:cxnChg chg="add mod">
          <ac:chgData name="Henry Leung" userId="c280873f-bdf5-48cc-b672-ad0be2e69ba2" providerId="ADAL" clId="{A2702F96-2128-4A75-A1E5-B5E202676584}" dt="2026-10-02T05:57:17.025" v="508" actId="164"/>
          <ac:cxnSpMkLst>
            <pc:docMk/>
            <pc:sldMk cId="3398359099" sldId="259"/>
            <ac:cxnSpMk id="8" creationId="{06F71FC6-E9F9-A4AA-CD5B-CE8829E76828}"/>
          </ac:cxnSpMkLst>
        </pc:cxnChg>
        <pc:cxnChg chg="add mod">
          <ac:chgData name="Henry Leung" userId="c280873f-bdf5-48cc-b672-ad0be2e69ba2" providerId="ADAL" clId="{A2702F96-2128-4A75-A1E5-B5E202676584}" dt="2026-10-02T05:57:17.025" v="508" actId="164"/>
          <ac:cxnSpMkLst>
            <pc:docMk/>
            <pc:sldMk cId="3398359099" sldId="259"/>
            <ac:cxnSpMk id="16" creationId="{5EF15166-72C2-DF10-9E96-7D779ECAB8DE}"/>
          </ac:cxnSpMkLst>
        </pc:cxnChg>
        <pc:cxnChg chg="add mod">
          <ac:chgData name="Henry Leung" userId="c280873f-bdf5-48cc-b672-ad0be2e69ba2" providerId="ADAL" clId="{A2702F96-2128-4A75-A1E5-B5E202676584}" dt="2026-10-02T05:57:17.025" v="508" actId="164"/>
          <ac:cxnSpMkLst>
            <pc:docMk/>
            <pc:sldMk cId="3398359099" sldId="259"/>
            <ac:cxnSpMk id="18" creationId="{48C6731E-7765-CF4E-FE1D-442AEC43386D}"/>
          </ac:cxnSpMkLst>
        </pc:cxnChg>
        <pc:cxnChg chg="add mod">
          <ac:chgData name="Henry Leung" userId="c280873f-bdf5-48cc-b672-ad0be2e69ba2" providerId="ADAL" clId="{A2702F96-2128-4A75-A1E5-B5E202676584}" dt="2026-10-02T08:01:13.603" v="614" actId="1076"/>
          <ac:cxnSpMkLst>
            <pc:docMk/>
            <pc:sldMk cId="3398359099" sldId="259"/>
            <ac:cxnSpMk id="29" creationId="{881F8451-2C65-0DDD-A842-AE0EBA36FF87}"/>
          </ac:cxnSpMkLst>
        </pc:cxnChg>
        <pc:cxnChg chg="add mod">
          <ac:chgData name="Henry Leung" userId="c280873f-bdf5-48cc-b672-ad0be2e69ba2" providerId="ADAL" clId="{A2702F96-2128-4A75-A1E5-B5E202676584}" dt="2026-10-02T07:56:46.152" v="526" actId="1076"/>
          <ac:cxnSpMkLst>
            <pc:docMk/>
            <pc:sldMk cId="3398359099" sldId="259"/>
            <ac:cxnSpMk id="31" creationId="{7679840A-0FBA-C80A-6D9B-5D4CA843C4C2}"/>
          </ac:cxnSpMkLst>
        </pc:cxnChg>
        <pc:cxnChg chg="add mod">
          <ac:chgData name="Henry Leung" userId="c280873f-bdf5-48cc-b672-ad0be2e69ba2" providerId="ADAL" clId="{A2702F96-2128-4A75-A1E5-B5E202676584}" dt="2026-10-02T07:59:22.964" v="571" actId="1076"/>
          <ac:cxnSpMkLst>
            <pc:docMk/>
            <pc:sldMk cId="3398359099" sldId="259"/>
            <ac:cxnSpMk id="32" creationId="{65E4E0AC-466D-B377-FA43-C5F8AEF5CBDE}"/>
          </ac:cxnSpMkLst>
        </pc:cxnChg>
        <pc:cxnChg chg="add mod">
          <ac:chgData name="Henry Leung" userId="c280873f-bdf5-48cc-b672-ad0be2e69ba2" providerId="ADAL" clId="{A2702F96-2128-4A75-A1E5-B5E202676584}" dt="2026-10-02T07:57:04.241" v="531" actId="1076"/>
          <ac:cxnSpMkLst>
            <pc:docMk/>
            <pc:sldMk cId="3398359099" sldId="259"/>
            <ac:cxnSpMk id="33" creationId="{7DF82A0F-4FAB-37D3-2244-B0A615D67B89}"/>
          </ac:cxnSpMkLst>
        </pc:cxnChg>
        <pc:cxnChg chg="add mod">
          <ac:chgData name="Henry Leung" userId="c280873f-bdf5-48cc-b672-ad0be2e69ba2" providerId="ADAL" clId="{A2702F96-2128-4A75-A1E5-B5E202676584}" dt="2026-10-02T07:59:29.329" v="573" actId="1076"/>
          <ac:cxnSpMkLst>
            <pc:docMk/>
            <pc:sldMk cId="3398359099" sldId="259"/>
            <ac:cxnSpMk id="34" creationId="{C4566D79-1879-43DB-E5C0-4B555E1AC95E}"/>
          </ac:cxnSpMkLst>
        </pc:cxnChg>
        <pc:cxnChg chg="add mod">
          <ac:chgData name="Henry Leung" userId="c280873f-bdf5-48cc-b672-ad0be2e69ba2" providerId="ADAL" clId="{A2702F96-2128-4A75-A1E5-B5E202676584}" dt="2026-10-02T07:59:26.407" v="572" actId="1076"/>
          <ac:cxnSpMkLst>
            <pc:docMk/>
            <pc:sldMk cId="3398359099" sldId="259"/>
            <ac:cxnSpMk id="36" creationId="{D0A439E0-18FE-BF4A-7E27-FE618840B2A6}"/>
          </ac:cxnSpMkLst>
        </pc:cxnChg>
        <pc:cxnChg chg="add mod">
          <ac:chgData name="Henry Leung" userId="c280873f-bdf5-48cc-b672-ad0be2e69ba2" providerId="ADAL" clId="{A2702F96-2128-4A75-A1E5-B5E202676584}" dt="2026-10-02T07:57:36.813" v="540" actId="1076"/>
          <ac:cxnSpMkLst>
            <pc:docMk/>
            <pc:sldMk cId="3398359099" sldId="259"/>
            <ac:cxnSpMk id="39" creationId="{4EE8CC89-A34A-49ED-C6EA-0189CCAC8CB1}"/>
          </ac:cxnSpMkLst>
        </pc:cxnChg>
        <pc:cxnChg chg="add mod">
          <ac:chgData name="Henry Leung" userId="c280873f-bdf5-48cc-b672-ad0be2e69ba2" providerId="ADAL" clId="{A2702F96-2128-4A75-A1E5-B5E202676584}" dt="2026-10-02T08:01:17.037" v="615" actId="164"/>
          <ac:cxnSpMkLst>
            <pc:docMk/>
            <pc:sldMk cId="3398359099" sldId="259"/>
            <ac:cxnSpMk id="40" creationId="{C8A84EE9-949D-697E-A185-A6A314E6A6E9}"/>
          </ac:cxnSpMkLst>
        </pc:cxnChg>
        <pc:cxnChg chg="add mod">
          <ac:chgData name="Henry Leung" userId="c280873f-bdf5-48cc-b672-ad0be2e69ba2" providerId="ADAL" clId="{A2702F96-2128-4A75-A1E5-B5E202676584}" dt="2026-10-02T07:57:59.253" v="547" actId="1076"/>
          <ac:cxnSpMkLst>
            <pc:docMk/>
            <pc:sldMk cId="3398359099" sldId="259"/>
            <ac:cxnSpMk id="43" creationId="{9F5E9EF8-5E1D-2F6B-B01D-0A2E4734AC90}"/>
          </ac:cxnSpMkLst>
        </pc:cxnChg>
        <pc:cxnChg chg="add mod">
          <ac:chgData name="Henry Leung" userId="c280873f-bdf5-48cc-b672-ad0be2e69ba2" providerId="ADAL" clId="{A2702F96-2128-4A75-A1E5-B5E202676584}" dt="2026-10-02T07:58:29.206" v="556" actId="1036"/>
          <ac:cxnSpMkLst>
            <pc:docMk/>
            <pc:sldMk cId="3398359099" sldId="259"/>
            <ac:cxnSpMk id="44" creationId="{A378F810-AE37-359D-8972-300258C71083}"/>
          </ac:cxnSpMkLst>
        </pc:cxnChg>
        <pc:cxnChg chg="add mod">
          <ac:chgData name="Henry Leung" userId="c280873f-bdf5-48cc-b672-ad0be2e69ba2" providerId="ADAL" clId="{A2702F96-2128-4A75-A1E5-B5E202676584}" dt="2026-10-02T07:58:19.015" v="552" actId="1076"/>
          <ac:cxnSpMkLst>
            <pc:docMk/>
            <pc:sldMk cId="3398359099" sldId="259"/>
            <ac:cxnSpMk id="45" creationId="{E1E8E043-CFC2-143C-45AD-ECD98F29C6B8}"/>
          </ac:cxnSpMkLst>
        </pc:cxnChg>
        <pc:cxnChg chg="add mod">
          <ac:chgData name="Henry Leung" userId="c280873f-bdf5-48cc-b672-ad0be2e69ba2" providerId="ADAL" clId="{A2702F96-2128-4A75-A1E5-B5E202676584}" dt="2026-10-02T07:58:24.036" v="554" actId="1076"/>
          <ac:cxnSpMkLst>
            <pc:docMk/>
            <pc:sldMk cId="3398359099" sldId="259"/>
            <ac:cxnSpMk id="46" creationId="{726CB707-15F5-77A3-0988-AA71FB3603A6}"/>
          </ac:cxnSpMkLst>
        </pc:cxnChg>
        <pc:cxnChg chg="add mod">
          <ac:chgData name="Henry Leung" userId="c280873f-bdf5-48cc-b672-ad0be2e69ba2" providerId="ADAL" clId="{A2702F96-2128-4A75-A1E5-B5E202676584}" dt="2026-10-02T07:58:47.237" v="561" actId="693"/>
          <ac:cxnSpMkLst>
            <pc:docMk/>
            <pc:sldMk cId="3398359099" sldId="259"/>
            <ac:cxnSpMk id="49" creationId="{67D0B5FD-6DFC-85F5-3245-A9753403DA75}"/>
          </ac:cxnSpMkLst>
        </pc:cxnChg>
        <pc:cxnChg chg="add mod">
          <ac:chgData name="Henry Leung" userId="c280873f-bdf5-48cc-b672-ad0be2e69ba2" providerId="ADAL" clId="{A2702F96-2128-4A75-A1E5-B5E202676584}" dt="2026-10-02T07:58:59.102" v="566" actId="14100"/>
          <ac:cxnSpMkLst>
            <pc:docMk/>
            <pc:sldMk cId="3398359099" sldId="259"/>
            <ac:cxnSpMk id="50" creationId="{4B1EA0C5-E99D-28F0-B5D8-F4877974492A}"/>
          </ac:cxnSpMkLst>
        </pc:cxnChg>
        <pc:cxnChg chg="add mod">
          <ac:chgData name="Henry Leung" userId="c280873f-bdf5-48cc-b672-ad0be2e69ba2" providerId="ADAL" clId="{A2702F96-2128-4A75-A1E5-B5E202676584}" dt="2026-10-02T07:59:05.587" v="569" actId="14100"/>
          <ac:cxnSpMkLst>
            <pc:docMk/>
            <pc:sldMk cId="3398359099" sldId="259"/>
            <ac:cxnSpMk id="53" creationId="{690430FF-A0EF-F9F6-AA5D-9C8C729EF49D}"/>
          </ac:cxnSpMkLst>
        </pc:cxnChg>
      </pc:sldChg>
      <pc:sldChg chg="addSp delSp modSp new mod">
        <pc:chgData name="Henry Leung" userId="c280873f-bdf5-48cc-b672-ad0be2e69ba2" providerId="ADAL" clId="{A2702F96-2128-4A75-A1E5-B5E202676584}" dt="2026-10-02T08:38:50.213" v="819" actId="164"/>
        <pc:sldMkLst>
          <pc:docMk/>
          <pc:sldMk cId="3075426472" sldId="260"/>
        </pc:sldMkLst>
        <pc:spChg chg="del">
          <ac:chgData name="Henry Leung" userId="c280873f-bdf5-48cc-b672-ad0be2e69ba2" providerId="ADAL" clId="{A2702F96-2128-4A75-A1E5-B5E202676584}" dt="2026-10-02T08:14:35.640" v="618" actId="478"/>
          <ac:spMkLst>
            <pc:docMk/>
            <pc:sldMk cId="3075426472" sldId="260"/>
            <ac:spMk id="2" creationId="{699AA2A9-D927-8A3D-969E-577C1C175A06}"/>
          </ac:spMkLst>
        </pc:spChg>
        <pc:spChg chg="del">
          <ac:chgData name="Henry Leung" userId="c280873f-bdf5-48cc-b672-ad0be2e69ba2" providerId="ADAL" clId="{A2702F96-2128-4A75-A1E5-B5E202676584}" dt="2026-10-02T08:14:35.640" v="618" actId="478"/>
          <ac:spMkLst>
            <pc:docMk/>
            <pc:sldMk cId="3075426472" sldId="260"/>
            <ac:spMk id="3" creationId="{CE24AD36-4C5C-987F-2837-279B784D2EE9}"/>
          </ac:spMkLst>
        </pc:spChg>
        <pc:spChg chg="add mod">
          <ac:chgData name="Henry Leung" userId="c280873f-bdf5-48cc-b672-ad0be2e69ba2" providerId="ADAL" clId="{A2702F96-2128-4A75-A1E5-B5E202676584}" dt="2026-10-02T08:16:15.905" v="669" actId="1076"/>
          <ac:spMkLst>
            <pc:docMk/>
            <pc:sldMk cId="3075426472" sldId="260"/>
            <ac:spMk id="5" creationId="{9A3154F9-29DE-0BBA-59D8-1A2C8E2F3409}"/>
          </ac:spMkLst>
        </pc:spChg>
        <pc:spChg chg="add mod">
          <ac:chgData name="Henry Leung" userId="c280873f-bdf5-48cc-b672-ad0be2e69ba2" providerId="ADAL" clId="{A2702F96-2128-4A75-A1E5-B5E202676584}" dt="2026-10-02T08:15:05.480" v="630" actId="14100"/>
          <ac:spMkLst>
            <pc:docMk/>
            <pc:sldMk cId="3075426472" sldId="260"/>
            <ac:spMk id="6" creationId="{75D51204-5A27-43B5-9751-3E4224495D54}"/>
          </ac:spMkLst>
        </pc:spChg>
        <pc:spChg chg="add mod">
          <ac:chgData name="Henry Leung" userId="c280873f-bdf5-48cc-b672-ad0be2e69ba2" providerId="ADAL" clId="{A2702F96-2128-4A75-A1E5-B5E202676584}" dt="2026-10-02T08:15:32.630" v="645" actId="1076"/>
          <ac:spMkLst>
            <pc:docMk/>
            <pc:sldMk cId="3075426472" sldId="260"/>
            <ac:spMk id="14" creationId="{E1F68526-DB36-ED55-09F8-710F2AF1DA1A}"/>
          </ac:spMkLst>
        </pc:spChg>
        <pc:spChg chg="add mod">
          <ac:chgData name="Henry Leung" userId="c280873f-bdf5-48cc-b672-ad0be2e69ba2" providerId="ADAL" clId="{A2702F96-2128-4A75-A1E5-B5E202676584}" dt="2026-10-02T08:15:44.592" v="649" actId="20577"/>
          <ac:spMkLst>
            <pc:docMk/>
            <pc:sldMk cId="3075426472" sldId="260"/>
            <ac:spMk id="15" creationId="{C0C4B608-1D2F-10D8-AB76-23FA578CDF6C}"/>
          </ac:spMkLst>
        </pc:spChg>
        <pc:spChg chg="add mod">
          <ac:chgData name="Henry Leung" userId="c280873f-bdf5-48cc-b672-ad0be2e69ba2" providerId="ADAL" clId="{A2702F96-2128-4A75-A1E5-B5E202676584}" dt="2026-10-02T08:16:30.015" v="677" actId="255"/>
          <ac:spMkLst>
            <pc:docMk/>
            <pc:sldMk cId="3075426472" sldId="260"/>
            <ac:spMk id="16" creationId="{D3B6A7D2-65AF-76DB-2B4B-65F1B10D092D}"/>
          </ac:spMkLst>
        </pc:spChg>
        <pc:spChg chg="add mod">
          <ac:chgData name="Henry Leung" userId="c280873f-bdf5-48cc-b672-ad0be2e69ba2" providerId="ADAL" clId="{A2702F96-2128-4A75-A1E5-B5E202676584}" dt="2026-10-02T08:38:50.213" v="819" actId="164"/>
          <ac:spMkLst>
            <pc:docMk/>
            <pc:sldMk cId="3075426472" sldId="260"/>
            <ac:spMk id="18" creationId="{38EA04BC-E811-92EF-0D71-9716EBDC0D06}"/>
          </ac:spMkLst>
        </pc:spChg>
        <pc:spChg chg="add mod">
          <ac:chgData name="Henry Leung" userId="c280873f-bdf5-48cc-b672-ad0be2e69ba2" providerId="ADAL" clId="{A2702F96-2128-4A75-A1E5-B5E202676584}" dt="2026-10-02T08:38:50.213" v="819" actId="164"/>
          <ac:spMkLst>
            <pc:docMk/>
            <pc:sldMk cId="3075426472" sldId="260"/>
            <ac:spMk id="40" creationId="{5DEA1B7B-B862-CBB1-3DFF-7B0D0511A5C6}"/>
          </ac:spMkLst>
        </pc:spChg>
        <pc:spChg chg="add mod">
          <ac:chgData name="Henry Leung" userId="c280873f-bdf5-48cc-b672-ad0be2e69ba2" providerId="ADAL" clId="{A2702F96-2128-4A75-A1E5-B5E202676584}" dt="2026-10-02T08:38:50.213" v="819" actId="164"/>
          <ac:spMkLst>
            <pc:docMk/>
            <pc:sldMk cId="3075426472" sldId="260"/>
            <ac:spMk id="41" creationId="{DF7D23BB-DE4E-9C3D-0B0D-05A8BF3858E0}"/>
          </ac:spMkLst>
        </pc:spChg>
        <pc:spChg chg="add mod">
          <ac:chgData name="Henry Leung" userId="c280873f-bdf5-48cc-b672-ad0be2e69ba2" providerId="ADAL" clId="{A2702F96-2128-4A75-A1E5-B5E202676584}" dt="2026-10-02T08:38:50.213" v="819" actId="164"/>
          <ac:spMkLst>
            <pc:docMk/>
            <pc:sldMk cId="3075426472" sldId="260"/>
            <ac:spMk id="42" creationId="{4B1B95F0-FA2B-ACB5-D362-234372879AD9}"/>
          </ac:spMkLst>
        </pc:spChg>
        <pc:spChg chg="add mod">
          <ac:chgData name="Henry Leung" userId="c280873f-bdf5-48cc-b672-ad0be2e69ba2" providerId="ADAL" clId="{A2702F96-2128-4A75-A1E5-B5E202676584}" dt="2026-10-02T08:37:10.862" v="768" actId="1076"/>
          <ac:spMkLst>
            <pc:docMk/>
            <pc:sldMk cId="3075426472" sldId="260"/>
            <ac:spMk id="43" creationId="{B176168A-5198-4B6F-BBDB-E1D1EDDB517C}"/>
          </ac:spMkLst>
        </pc:spChg>
        <pc:spChg chg="add mod">
          <ac:chgData name="Henry Leung" userId="c280873f-bdf5-48cc-b672-ad0be2e69ba2" providerId="ADAL" clId="{A2702F96-2128-4A75-A1E5-B5E202676584}" dt="2026-10-02T08:38:50.213" v="819" actId="164"/>
          <ac:spMkLst>
            <pc:docMk/>
            <pc:sldMk cId="3075426472" sldId="260"/>
            <ac:spMk id="53" creationId="{B3A34364-8D20-B469-1CCE-4493219E7E29}"/>
          </ac:spMkLst>
        </pc:spChg>
        <pc:spChg chg="add mod">
          <ac:chgData name="Henry Leung" userId="c280873f-bdf5-48cc-b672-ad0be2e69ba2" providerId="ADAL" clId="{A2702F96-2128-4A75-A1E5-B5E202676584}" dt="2026-10-02T08:37:37.597" v="785" actId="20577"/>
          <ac:spMkLst>
            <pc:docMk/>
            <pc:sldMk cId="3075426472" sldId="260"/>
            <ac:spMk id="54" creationId="{52F54B19-9231-4AF7-DD10-4F5E895E8227}"/>
          </ac:spMkLst>
        </pc:spChg>
        <pc:spChg chg="add mod">
          <ac:chgData name="Henry Leung" userId="c280873f-bdf5-48cc-b672-ad0be2e69ba2" providerId="ADAL" clId="{A2702F96-2128-4A75-A1E5-B5E202676584}" dt="2026-10-02T08:38:50.213" v="819" actId="164"/>
          <ac:spMkLst>
            <pc:docMk/>
            <pc:sldMk cId="3075426472" sldId="260"/>
            <ac:spMk id="55" creationId="{72E327E3-323B-19AB-03F0-74B5E57CA93A}"/>
          </ac:spMkLst>
        </pc:spChg>
        <pc:spChg chg="add mod">
          <ac:chgData name="Henry Leung" userId="c280873f-bdf5-48cc-b672-ad0be2e69ba2" providerId="ADAL" clId="{A2702F96-2128-4A75-A1E5-B5E202676584}" dt="2026-10-02T08:38:50.213" v="819" actId="164"/>
          <ac:spMkLst>
            <pc:docMk/>
            <pc:sldMk cId="3075426472" sldId="260"/>
            <ac:spMk id="56" creationId="{C9E47A1F-B119-90CA-2F87-C8FCCE658E8B}"/>
          </ac:spMkLst>
        </pc:spChg>
        <pc:spChg chg="add mod">
          <ac:chgData name="Henry Leung" userId="c280873f-bdf5-48cc-b672-ad0be2e69ba2" providerId="ADAL" clId="{A2702F96-2128-4A75-A1E5-B5E202676584}" dt="2026-10-02T08:38:50.213" v="819" actId="164"/>
          <ac:spMkLst>
            <pc:docMk/>
            <pc:sldMk cId="3075426472" sldId="260"/>
            <ac:spMk id="57" creationId="{E318B8AC-DF60-C1D1-7179-FC1094460434}"/>
          </ac:spMkLst>
        </pc:spChg>
        <pc:spChg chg="add mod">
          <ac:chgData name="Henry Leung" userId="c280873f-bdf5-48cc-b672-ad0be2e69ba2" providerId="ADAL" clId="{A2702F96-2128-4A75-A1E5-B5E202676584}" dt="2026-10-02T08:38:23.852" v="806" actId="1076"/>
          <ac:spMkLst>
            <pc:docMk/>
            <pc:sldMk cId="3075426472" sldId="260"/>
            <ac:spMk id="58" creationId="{44A15681-0191-051D-A176-FB91EB540B20}"/>
          </ac:spMkLst>
        </pc:spChg>
        <pc:spChg chg="add mod">
          <ac:chgData name="Henry Leung" userId="c280873f-bdf5-48cc-b672-ad0be2e69ba2" providerId="ADAL" clId="{A2702F96-2128-4A75-A1E5-B5E202676584}" dt="2026-10-02T08:38:39.366" v="810" actId="1076"/>
          <ac:spMkLst>
            <pc:docMk/>
            <pc:sldMk cId="3075426472" sldId="260"/>
            <ac:spMk id="59" creationId="{43AAFC46-93EB-4989-B0C9-7A68688B5661}"/>
          </ac:spMkLst>
        </pc:spChg>
        <pc:spChg chg="add mod">
          <ac:chgData name="Henry Leung" userId="c280873f-bdf5-48cc-b672-ad0be2e69ba2" providerId="ADAL" clId="{A2702F96-2128-4A75-A1E5-B5E202676584}" dt="2026-10-02T08:38:50.213" v="819" actId="164"/>
          <ac:spMkLst>
            <pc:docMk/>
            <pc:sldMk cId="3075426472" sldId="260"/>
            <ac:spMk id="60" creationId="{84E686F6-69D3-C216-1E9F-C93D7BC27D49}"/>
          </ac:spMkLst>
        </pc:spChg>
        <pc:spChg chg="add mod">
          <ac:chgData name="Henry Leung" userId="c280873f-bdf5-48cc-b672-ad0be2e69ba2" providerId="ADAL" clId="{A2702F96-2128-4A75-A1E5-B5E202676584}" dt="2026-10-02T08:38:50.213" v="819" actId="164"/>
          <ac:spMkLst>
            <pc:docMk/>
            <pc:sldMk cId="3075426472" sldId="260"/>
            <ac:spMk id="61" creationId="{4A42D594-E9D8-FDF0-F432-C66768CA4AB4}"/>
          </ac:spMkLst>
        </pc:spChg>
        <pc:picChg chg="add del mod">
          <ac:chgData name="Henry Leung" userId="c280873f-bdf5-48cc-b672-ad0be2e69ba2" providerId="ADAL" clId="{A2702F96-2128-4A75-A1E5-B5E202676584}" dt="2026-10-02T08:15:46.477" v="650" actId="478"/>
          <ac:picMkLst>
            <pc:docMk/>
            <pc:sldMk cId="3075426472" sldId="260"/>
            <ac:picMk id="4" creationId="{0A1724D1-31CD-8EE2-4339-1AEAF4E99E6E}"/>
          </ac:picMkLst>
        </pc:picChg>
        <pc:picChg chg="add del mod">
          <ac:chgData name="Henry Leung" userId="c280873f-bdf5-48cc-b672-ad0be2e69ba2" providerId="ADAL" clId="{A2702F96-2128-4A75-A1E5-B5E202676584}" dt="2026-10-02T08:38:47.121" v="818" actId="478"/>
          <ac:picMkLst>
            <pc:docMk/>
            <pc:sldMk cId="3075426472" sldId="260"/>
            <ac:picMk id="17" creationId="{8E467B25-D8B2-F296-75BE-E1CD93052378}"/>
          </ac:picMkLst>
        </pc:picChg>
        <pc:cxnChg chg="add mod">
          <ac:chgData name="Henry Leung" userId="c280873f-bdf5-48cc-b672-ad0be2e69ba2" providerId="ADAL" clId="{A2702F96-2128-4A75-A1E5-B5E202676584}" dt="2026-10-02T08:15:12.487" v="632" actId="693"/>
          <ac:cxnSpMkLst>
            <pc:docMk/>
            <pc:sldMk cId="3075426472" sldId="260"/>
            <ac:cxnSpMk id="8" creationId="{082229FA-2922-5D45-CF2A-FD0EF5A381FD}"/>
          </ac:cxnSpMkLst>
        </pc:cxnChg>
        <pc:cxnChg chg="add mod">
          <ac:chgData name="Henry Leung" userId="c280873f-bdf5-48cc-b672-ad0be2e69ba2" providerId="ADAL" clId="{A2702F96-2128-4A75-A1E5-B5E202676584}" dt="2026-10-02T08:15:19.007" v="636" actId="14100"/>
          <ac:cxnSpMkLst>
            <pc:docMk/>
            <pc:sldMk cId="3075426472" sldId="260"/>
            <ac:cxnSpMk id="9" creationId="{009A4497-8891-476A-5C69-3F2E0A9A3CD4}"/>
          </ac:cxnSpMkLst>
        </pc:cxnChg>
        <pc:cxnChg chg="add mod">
          <ac:chgData name="Henry Leung" userId="c280873f-bdf5-48cc-b672-ad0be2e69ba2" providerId="ADAL" clId="{A2702F96-2128-4A75-A1E5-B5E202676584}" dt="2026-10-02T08:15:23.833" v="639" actId="14100"/>
          <ac:cxnSpMkLst>
            <pc:docMk/>
            <pc:sldMk cId="3075426472" sldId="260"/>
            <ac:cxnSpMk id="12" creationId="{468589DC-4CD9-1AEE-DF2D-003C9FE45DFD}"/>
          </ac:cxnSpMkLst>
        </pc:cxnChg>
        <pc:cxnChg chg="add">
          <ac:chgData name="Henry Leung" userId="c280873f-bdf5-48cc-b672-ad0be2e69ba2" providerId="ADAL" clId="{A2702F96-2128-4A75-A1E5-B5E202676584}" dt="2026-10-02T08:34:35.775" v="687" actId="11529"/>
          <ac:cxnSpMkLst>
            <pc:docMk/>
            <pc:sldMk cId="3075426472" sldId="260"/>
            <ac:cxnSpMk id="20" creationId="{AB5FC618-BD98-AF07-E129-2BD2C1C84B8D}"/>
          </ac:cxnSpMkLst>
        </pc:cxnChg>
        <pc:cxnChg chg="add mod">
          <ac:chgData name="Henry Leung" userId="c280873f-bdf5-48cc-b672-ad0be2e69ba2" providerId="ADAL" clId="{A2702F96-2128-4A75-A1E5-B5E202676584}" dt="2026-10-02T08:34:41.819" v="690" actId="14100"/>
          <ac:cxnSpMkLst>
            <pc:docMk/>
            <pc:sldMk cId="3075426472" sldId="260"/>
            <ac:cxnSpMk id="21" creationId="{671D2BD4-11C9-2B5E-34EA-53FDE4BB6A9D}"/>
          </ac:cxnSpMkLst>
        </pc:cxnChg>
        <pc:cxnChg chg="add mod">
          <ac:chgData name="Henry Leung" userId="c280873f-bdf5-48cc-b672-ad0be2e69ba2" providerId="ADAL" clId="{A2702F96-2128-4A75-A1E5-B5E202676584}" dt="2026-10-02T08:34:59.048" v="695" actId="1076"/>
          <ac:cxnSpMkLst>
            <pc:docMk/>
            <pc:sldMk cId="3075426472" sldId="260"/>
            <ac:cxnSpMk id="24" creationId="{8B36C2AF-9456-5DCA-B429-CFC59B551FD8}"/>
          </ac:cxnSpMkLst>
        </pc:cxnChg>
        <pc:cxnChg chg="add mod">
          <ac:chgData name="Henry Leung" userId="c280873f-bdf5-48cc-b672-ad0be2e69ba2" providerId="ADAL" clId="{A2702F96-2128-4A75-A1E5-B5E202676584}" dt="2026-10-02T08:35:03.773" v="697" actId="1076"/>
          <ac:cxnSpMkLst>
            <pc:docMk/>
            <pc:sldMk cId="3075426472" sldId="260"/>
            <ac:cxnSpMk id="26" creationId="{D7602B81-A6B7-9283-7B5F-298A5DE583D2}"/>
          </ac:cxnSpMkLst>
        </pc:cxnChg>
        <pc:cxnChg chg="add mod">
          <ac:chgData name="Henry Leung" userId="c280873f-bdf5-48cc-b672-ad0be2e69ba2" providerId="ADAL" clId="{A2702F96-2128-4A75-A1E5-B5E202676584}" dt="2026-10-02T08:35:07.350" v="699" actId="1076"/>
          <ac:cxnSpMkLst>
            <pc:docMk/>
            <pc:sldMk cId="3075426472" sldId="260"/>
            <ac:cxnSpMk id="27" creationId="{9970A4E8-868D-6F5E-94B3-2B427B5A0A5B}"/>
          </ac:cxnSpMkLst>
        </pc:cxnChg>
        <pc:cxnChg chg="add mod">
          <ac:chgData name="Henry Leung" userId="c280873f-bdf5-48cc-b672-ad0be2e69ba2" providerId="ADAL" clId="{A2702F96-2128-4A75-A1E5-B5E202676584}" dt="2026-10-02T08:35:40.786" v="714" actId="693"/>
          <ac:cxnSpMkLst>
            <pc:docMk/>
            <pc:sldMk cId="3075426472" sldId="260"/>
            <ac:cxnSpMk id="28" creationId="{969E1EC0-CDB9-A953-96A9-44CE0F9EBD3D}"/>
          </ac:cxnSpMkLst>
        </pc:cxnChg>
        <pc:cxnChg chg="add mod">
          <ac:chgData name="Henry Leung" userId="c280873f-bdf5-48cc-b672-ad0be2e69ba2" providerId="ADAL" clId="{A2702F96-2128-4A75-A1E5-B5E202676584}" dt="2026-10-02T08:35:14.744" v="703" actId="1076"/>
          <ac:cxnSpMkLst>
            <pc:docMk/>
            <pc:sldMk cId="3075426472" sldId="260"/>
            <ac:cxnSpMk id="29" creationId="{DB4F5CD5-19C6-B184-84A3-ED8FA5F1757B}"/>
          </ac:cxnSpMkLst>
        </pc:cxnChg>
        <pc:cxnChg chg="add mod">
          <ac:chgData name="Henry Leung" userId="c280873f-bdf5-48cc-b672-ad0be2e69ba2" providerId="ADAL" clId="{A2702F96-2128-4A75-A1E5-B5E202676584}" dt="2026-10-02T08:35:19.861" v="705" actId="1076"/>
          <ac:cxnSpMkLst>
            <pc:docMk/>
            <pc:sldMk cId="3075426472" sldId="260"/>
            <ac:cxnSpMk id="30" creationId="{CA2F7759-51B9-8ED6-71DC-7BFB95AE2D70}"/>
          </ac:cxnSpMkLst>
        </pc:cxnChg>
        <pc:cxnChg chg="add mod">
          <ac:chgData name="Henry Leung" userId="c280873f-bdf5-48cc-b672-ad0be2e69ba2" providerId="ADAL" clId="{A2702F96-2128-4A75-A1E5-B5E202676584}" dt="2026-10-02T08:35:40.786" v="714" actId="693"/>
          <ac:cxnSpMkLst>
            <pc:docMk/>
            <pc:sldMk cId="3075426472" sldId="260"/>
            <ac:cxnSpMk id="31" creationId="{F5154FA9-25CF-C2FF-51CA-58FE6917EB8F}"/>
          </ac:cxnSpMkLst>
        </pc:cxnChg>
        <pc:cxnChg chg="add mod">
          <ac:chgData name="Henry Leung" userId="c280873f-bdf5-48cc-b672-ad0be2e69ba2" providerId="ADAL" clId="{A2702F96-2128-4A75-A1E5-B5E202676584}" dt="2026-10-02T08:35:40.786" v="714" actId="693"/>
          <ac:cxnSpMkLst>
            <pc:docMk/>
            <pc:sldMk cId="3075426472" sldId="260"/>
            <ac:cxnSpMk id="32" creationId="{E133E221-BDCC-A03B-2274-1309AF8B42A9}"/>
          </ac:cxnSpMkLst>
        </pc:cxnChg>
        <pc:cxnChg chg="add mod">
          <ac:chgData name="Henry Leung" userId="c280873f-bdf5-48cc-b672-ad0be2e69ba2" providerId="ADAL" clId="{A2702F96-2128-4A75-A1E5-B5E202676584}" dt="2026-10-02T08:35:28.298" v="711" actId="1076"/>
          <ac:cxnSpMkLst>
            <pc:docMk/>
            <pc:sldMk cId="3075426472" sldId="260"/>
            <ac:cxnSpMk id="33" creationId="{4C59A329-F92A-EF65-DDD0-D6F23F5210B2}"/>
          </ac:cxnSpMkLst>
        </pc:cxnChg>
        <pc:cxnChg chg="add mod">
          <ac:chgData name="Henry Leung" userId="c280873f-bdf5-48cc-b672-ad0be2e69ba2" providerId="ADAL" clId="{A2702F96-2128-4A75-A1E5-B5E202676584}" dt="2026-10-02T08:35:31.629" v="713" actId="1076"/>
          <ac:cxnSpMkLst>
            <pc:docMk/>
            <pc:sldMk cId="3075426472" sldId="260"/>
            <ac:cxnSpMk id="34" creationId="{40981D4E-0AD0-49BE-A5ED-0E3F826F3F80}"/>
          </ac:cxnSpMkLst>
        </pc:cxnChg>
        <pc:cxnChg chg="add mod">
          <ac:chgData name="Henry Leung" userId="c280873f-bdf5-48cc-b672-ad0be2e69ba2" providerId="ADAL" clId="{A2702F96-2128-4A75-A1E5-B5E202676584}" dt="2026-10-02T08:35:46.776" v="717" actId="14100"/>
          <ac:cxnSpMkLst>
            <pc:docMk/>
            <pc:sldMk cId="3075426472" sldId="260"/>
            <ac:cxnSpMk id="35" creationId="{54F9DAD5-2A7D-4BE5-617D-412F67681966}"/>
          </ac:cxnSpMkLst>
        </pc:cxnChg>
        <pc:cxnChg chg="add mod">
          <ac:chgData name="Henry Leung" userId="c280873f-bdf5-48cc-b672-ad0be2e69ba2" providerId="ADAL" clId="{A2702F96-2128-4A75-A1E5-B5E202676584}" dt="2026-10-02T08:35:55.211" v="720" actId="14100"/>
          <ac:cxnSpMkLst>
            <pc:docMk/>
            <pc:sldMk cId="3075426472" sldId="260"/>
            <ac:cxnSpMk id="38" creationId="{D335B25F-0B6D-0DF6-5C14-502461BD4EED}"/>
          </ac:cxnSpMkLst>
        </pc:cxnChg>
        <pc:cxnChg chg="add mod">
          <ac:chgData name="Henry Leung" userId="c280873f-bdf5-48cc-b672-ad0be2e69ba2" providerId="ADAL" clId="{A2702F96-2128-4A75-A1E5-B5E202676584}" dt="2026-10-02T08:36:45.726" v="757" actId="693"/>
          <ac:cxnSpMkLst>
            <pc:docMk/>
            <pc:sldMk cId="3075426472" sldId="260"/>
            <ac:cxnSpMk id="45" creationId="{83129A21-BF70-4550-30D2-7C46CA8D8835}"/>
          </ac:cxnSpMkLst>
        </pc:cxnChg>
        <pc:cxnChg chg="add mod">
          <ac:chgData name="Henry Leung" userId="c280873f-bdf5-48cc-b672-ad0be2e69ba2" providerId="ADAL" clId="{A2702F96-2128-4A75-A1E5-B5E202676584}" dt="2026-10-02T08:36:52.397" v="760" actId="14100"/>
          <ac:cxnSpMkLst>
            <pc:docMk/>
            <pc:sldMk cId="3075426472" sldId="260"/>
            <ac:cxnSpMk id="47" creationId="{CFF313AC-7D27-5E14-0088-51F2E87F1F8C}"/>
          </ac:cxnSpMkLst>
        </pc:cxnChg>
        <pc:cxnChg chg="add mod">
          <ac:chgData name="Henry Leung" userId="c280873f-bdf5-48cc-b672-ad0be2e69ba2" providerId="ADAL" clId="{A2702F96-2128-4A75-A1E5-B5E202676584}" dt="2026-10-02T08:37:04.019" v="764" actId="14100"/>
          <ac:cxnSpMkLst>
            <pc:docMk/>
            <pc:sldMk cId="3075426472" sldId="260"/>
            <ac:cxnSpMk id="50" creationId="{F9D6DE46-A642-FC1B-A677-3C422851A4D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B3B58-60D2-BB4B-746E-3334D4500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3F05D-32AB-9D46-796B-65596393D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2C23F-ECD9-FDBB-7CDE-364AD92EC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9FE0-BC76-495C-BD8E-38A4D79BA57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FAB98-C5C2-39AE-34AC-ACDC8A09B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0F032-5E2F-57BE-FCF4-669765259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DEB4-9289-4071-A457-A48326368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12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E14CC-6FE4-0507-0300-EDF7E36F8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2FE5A-E804-4D7E-55EB-4DF6D3479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AEDCF-D52B-3DAE-37B2-CF8BB52F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9FE0-BC76-495C-BD8E-38A4D79BA57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F9D00-51C4-ABC5-65C0-50A8B022B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C9400-D25A-F2B3-6CF1-4C4E6B92E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DEB4-9289-4071-A457-A48326368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78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D5BE-FC6F-2D56-D0C0-F60BDE96D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FAC7E-04D7-A002-27C5-CB05DB251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C67A7-AFFE-4D49-601C-93A0E927F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9FE0-BC76-495C-BD8E-38A4D79BA57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7913C-F86C-88D9-6E6C-24D1711B5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82774-4B1C-CDC9-D0AB-FE6B1DDB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DEB4-9289-4071-A457-A48326368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36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3867-FD0B-CD5F-64B4-F6C6480B7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EDFF3-9D82-52CA-6749-3694E3A30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A874A-9938-F399-7162-5B6CDD068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E99E8-0584-4FCA-4CA8-5E2306131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9FE0-BC76-495C-BD8E-38A4D79BA57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7A180-BC45-DD09-FED1-7D350EE02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02432-0E14-4267-0EAE-0F03508AD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DEB4-9289-4071-A457-A48326368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98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F4513-30E9-2A61-A783-4F0574C2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C811A-7281-0ED9-29CF-FF2C2EB8A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FAD7D-C83B-C6AD-0649-BE7A9677E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3E6EC7-0F6C-F6B6-6E39-D565BED31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BDC960-D243-06D2-CE7B-841B174CDD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1378BE-40A6-6636-3170-C3413028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9FE0-BC76-495C-BD8E-38A4D79BA57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1992BA-26D7-A375-7E54-9F88EE2C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6011F-C250-ECFC-2BBA-10467FE32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DEB4-9289-4071-A457-A48326368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82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91E9C-0940-072E-C2DF-5002C9DEA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5F2D6-DDE5-8BEE-40E7-E0667AFCA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9FE0-BC76-495C-BD8E-38A4D79BA57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B477AB-275D-CDD5-4E0A-555BF70A4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A5D4C-6DF1-6C73-729D-01B700912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DEB4-9289-4071-A457-A48326368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74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397215-BDCA-38A6-F539-5D0E4A596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9FE0-BC76-495C-BD8E-38A4D79BA57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775399-0B3E-4B07-C55E-45CD57E2C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83090-0BFB-188B-12C3-27CD82412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DEB4-9289-4071-A457-A48326368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53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349DC-E242-0430-A07E-A7513F212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3C3E3-7A03-1BF1-4AC0-E9F1E7F8C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BD42C6-6165-96FB-96DC-EB922AA26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F5ACD-9E80-D837-3B3C-8EF7314CC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9FE0-BC76-495C-BD8E-38A4D79BA57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A6181-E8CE-5087-7A6D-FD1FF4983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94444-5A17-45E9-351F-88A66962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DEB4-9289-4071-A457-A48326368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79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F3CB1-EC53-CBA7-61D5-45D31F9E3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90268-26C5-8765-AF99-9C73150D4E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869C4C-4A2F-D08D-18D2-2F78236F0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2EEEA-B1E2-126D-0C22-89E19299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9FE0-BC76-495C-BD8E-38A4D79BA57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99176-7F63-E39A-6345-C1C693D4F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8F15E-01B3-66AD-8679-753CF89B7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DEB4-9289-4071-A457-A48326368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176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1B3E1-BA23-32BF-C53E-E2C3BAA30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37DFE-BCFC-80C6-5721-30338728B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7A98E-F318-9B57-DB83-E1F514FE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9FE0-BC76-495C-BD8E-38A4D79BA57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20D73-9857-5E12-DD03-0191A9ECF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0C47A-6502-A25C-3618-7D843D26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DEB4-9289-4071-A457-A48326368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0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7615F3-F041-4762-FC79-3837A4F7E2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D3C6C-3279-6F08-0F7F-59D3DBDAD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C915C-2B39-EE9F-CE21-5EFFFA62A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9FE0-BC76-495C-BD8E-38A4D79BA57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09AA1-1CC6-FF1C-3B45-B5CD1D4A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911E4-5B3A-5330-7B5D-D82D504EF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DEB4-9289-4071-A457-A48326368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9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01A90-12E2-9F57-E8B6-B36B1AE5E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50EFB-C471-9C45-688B-7A1AF54F5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56067-A636-6A8E-255A-F4473A730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D9FE0-BC76-495C-BD8E-38A4D79BA57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5C77E-2E34-8942-04F3-A06F2B3B0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7FF2-DB65-C2A7-6598-0700C2660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33DEB4-9289-4071-A457-A48326368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0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77C8C-1DA2-8B6E-1ED5-48BBC684A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769C7B-49D5-2125-A50F-A6A8F39E3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40" y="201050"/>
            <a:ext cx="4134427" cy="39343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2B668C-614E-7344-9DA8-049DF3A78E55}"/>
              </a:ext>
            </a:extLst>
          </p:cNvPr>
          <p:cNvSpPr txBox="1"/>
          <p:nvPr/>
        </p:nvSpPr>
        <p:spPr>
          <a:xfrm>
            <a:off x="1549327" y="2463765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(0,3,0)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1AF3BD-159B-76B4-4BAC-CE67180FBAFB}"/>
              </a:ext>
            </a:extLst>
          </p:cNvPr>
          <p:cNvSpPr txBox="1"/>
          <p:nvPr/>
        </p:nvSpPr>
        <p:spPr>
          <a:xfrm>
            <a:off x="4119345" y="2648431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(4,3,0)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C249BF-D0EC-E704-78B3-8E63EFEB0198}"/>
              </a:ext>
            </a:extLst>
          </p:cNvPr>
          <p:cNvSpPr txBox="1"/>
          <p:nvPr/>
        </p:nvSpPr>
        <p:spPr>
          <a:xfrm>
            <a:off x="1549327" y="126904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(0,3,6)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4326740-99D0-DD92-8989-A84F69F2A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754" y="470020"/>
            <a:ext cx="4477471" cy="43568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A3ECA5B-1F0F-1BD6-A72F-7C5EDB9AD42D}"/>
              </a:ext>
            </a:extLst>
          </p:cNvPr>
          <p:cNvSpPr txBox="1"/>
          <p:nvPr/>
        </p:nvSpPr>
        <p:spPr>
          <a:xfrm>
            <a:off x="8033254" y="4525723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(1,0,0)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8CB54-8165-5FF7-BF71-B36B807E4B6B}"/>
              </a:ext>
            </a:extLst>
          </p:cNvPr>
          <p:cNvSpPr txBox="1"/>
          <p:nvPr/>
        </p:nvSpPr>
        <p:spPr>
          <a:xfrm>
            <a:off x="10083516" y="2833097"/>
            <a:ext cx="1423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(0.5,sin60,0)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C27D28-F9DF-8A01-252C-E39A6B43416F}"/>
              </a:ext>
            </a:extLst>
          </p:cNvPr>
          <p:cNvSpPr txBox="1"/>
          <p:nvPr/>
        </p:nvSpPr>
        <p:spPr>
          <a:xfrm>
            <a:off x="8142387" y="496236"/>
            <a:ext cx="2465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(0.5,sqrt(3)/6,sqrt(2/3))</a:t>
            </a:r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C836278E-6109-FCEE-1D15-BF392BD507A3}"/>
              </a:ext>
            </a:extLst>
          </p:cNvPr>
          <p:cNvSpPr>
            <a:spLocks noChangeAspect="1"/>
          </p:cNvSpPr>
          <p:nvPr/>
        </p:nvSpPr>
        <p:spPr>
          <a:xfrm>
            <a:off x="1895690" y="4065000"/>
            <a:ext cx="2223655" cy="191694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574EEC-EE7B-CAFC-BD1D-7F2532CB4EBC}"/>
              </a:ext>
            </a:extLst>
          </p:cNvPr>
          <p:cNvSpPr txBox="1"/>
          <p:nvPr/>
        </p:nvSpPr>
        <p:spPr>
          <a:xfrm>
            <a:off x="1008838" y="5918287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(0,0,0)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3168DD-88B6-EBD1-B1E0-6F4EB40A59AD}"/>
              </a:ext>
            </a:extLst>
          </p:cNvPr>
          <p:cNvSpPr txBox="1"/>
          <p:nvPr/>
        </p:nvSpPr>
        <p:spPr>
          <a:xfrm>
            <a:off x="4119345" y="5918287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(1,0,0)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DE067E-9727-E562-B1F9-952647184C4F}"/>
              </a:ext>
            </a:extLst>
          </p:cNvPr>
          <p:cNvSpPr txBox="1"/>
          <p:nvPr/>
        </p:nvSpPr>
        <p:spPr>
          <a:xfrm>
            <a:off x="2269925" y="3695668"/>
            <a:ext cx="130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(.5,sin60,0)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0A3F4BC-9B87-5781-F8BD-FE379A6AFE76}"/>
              </a:ext>
            </a:extLst>
          </p:cNvPr>
          <p:cNvCxnSpPr>
            <a:stCxn id="18" idx="0"/>
          </p:cNvCxnSpPr>
          <p:nvPr/>
        </p:nvCxnSpPr>
        <p:spPr>
          <a:xfrm flipH="1">
            <a:off x="3007517" y="4065000"/>
            <a:ext cx="1" cy="12551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240BDD8-2BD5-9587-9C6A-FABF0417DBF4}"/>
              </a:ext>
            </a:extLst>
          </p:cNvPr>
          <p:cNvCxnSpPr>
            <a:cxnSpLocks/>
            <a:stCxn id="18" idx="2"/>
          </p:cNvCxnSpPr>
          <p:nvPr/>
        </p:nvCxnSpPr>
        <p:spPr>
          <a:xfrm flipV="1">
            <a:off x="1895690" y="5320145"/>
            <a:ext cx="1111827" cy="661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68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F2B9A5-D5B1-8370-C121-3CAB1C22F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7" y="306699"/>
            <a:ext cx="4715533" cy="38200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3864E3-F430-B68F-C5A4-B706C6670FFC}"/>
              </a:ext>
            </a:extLst>
          </p:cNvPr>
          <p:cNvSpPr txBox="1"/>
          <p:nvPr/>
        </p:nvSpPr>
        <p:spPr>
          <a:xfrm>
            <a:off x="2156841" y="3138055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(0,8,0)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2A1CF4-2E5A-1C6D-43BD-091033B5E7FD}"/>
              </a:ext>
            </a:extLst>
          </p:cNvPr>
          <p:cNvSpPr txBox="1"/>
          <p:nvPr/>
        </p:nvSpPr>
        <p:spPr>
          <a:xfrm>
            <a:off x="2807742" y="363240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(15,8,0)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7B7BF0-C8C0-B7AF-1BA7-ABA2FAFCD5A5}"/>
              </a:ext>
            </a:extLst>
          </p:cNvPr>
          <p:cNvSpPr txBox="1"/>
          <p:nvPr/>
        </p:nvSpPr>
        <p:spPr>
          <a:xfrm>
            <a:off x="1348809" y="1752600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(0,8,8)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0738BD-0038-8917-3F8D-9A6CB654A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77" y="511844"/>
            <a:ext cx="4681534" cy="28508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37CBE1-1D9F-66F5-4FC4-26DF2527C542}"/>
              </a:ext>
            </a:extLst>
          </p:cNvPr>
          <p:cNvSpPr txBox="1"/>
          <p:nvPr/>
        </p:nvSpPr>
        <p:spPr>
          <a:xfrm>
            <a:off x="9519858" y="3178022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(5,0,0)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0796A4-F503-2C6E-AEBA-E3ABD7F85A8D}"/>
              </a:ext>
            </a:extLst>
          </p:cNvPr>
          <p:cNvSpPr txBox="1"/>
          <p:nvPr/>
        </p:nvSpPr>
        <p:spPr>
          <a:xfrm>
            <a:off x="10811971" y="1937266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(5,5,0)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78B3A6-6FB5-F1CC-F295-1409AE655A66}"/>
              </a:ext>
            </a:extLst>
          </p:cNvPr>
          <p:cNvSpPr txBox="1"/>
          <p:nvPr/>
        </p:nvSpPr>
        <p:spPr>
          <a:xfrm>
            <a:off x="7316985" y="142512"/>
            <a:ext cx="1914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(2.5,2.5,sqrt(3.5))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71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2330D1B-DAA6-3E74-222A-A867D0716015}"/>
              </a:ext>
            </a:extLst>
          </p:cNvPr>
          <p:cNvGrpSpPr/>
          <p:nvPr/>
        </p:nvGrpSpPr>
        <p:grpSpPr>
          <a:xfrm>
            <a:off x="712254" y="546062"/>
            <a:ext cx="1462910" cy="1270139"/>
            <a:chOff x="712254" y="546062"/>
            <a:chExt cx="1462910" cy="1270139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6C9F982-A883-3F64-B336-0A205EDF6CDC}"/>
                </a:ext>
              </a:extLst>
            </p:cNvPr>
            <p:cNvCxnSpPr/>
            <p:nvPr/>
          </p:nvCxnSpPr>
          <p:spPr>
            <a:xfrm>
              <a:off x="928255" y="1600200"/>
              <a:ext cx="1246909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42A55E5-9C95-9A8F-5A34-8B97D314E7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8255" y="942975"/>
              <a:ext cx="560820" cy="65722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99970CC-1D7A-9865-3F9C-2393412A8E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8255" y="701675"/>
              <a:ext cx="0" cy="900000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4D5918F-EEB9-7520-D4BB-A4A4149DB3EF}"/>
                </a:ext>
              </a:extLst>
            </p:cNvPr>
            <p:cNvSpPr txBox="1"/>
            <p:nvPr/>
          </p:nvSpPr>
          <p:spPr>
            <a:xfrm>
              <a:off x="1047846" y="1348800"/>
              <a:ext cx="2648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EAD77AD4-5DC8-DB08-3172-A336947ED476}"/>
                </a:ext>
              </a:extLst>
            </p:cNvPr>
            <p:cNvSpPr/>
            <p:nvPr/>
          </p:nvSpPr>
          <p:spPr>
            <a:xfrm>
              <a:off x="748254" y="1420200"/>
              <a:ext cx="360000" cy="360000"/>
            </a:xfrm>
            <a:prstGeom prst="arc">
              <a:avLst>
                <a:gd name="adj1" fmla="val 18668140"/>
                <a:gd name="adj2" fmla="val 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07D5AF6-381B-5FFF-1A31-03AB233089E8}"/>
                </a:ext>
              </a:extLst>
            </p:cNvPr>
            <p:cNvSpPr txBox="1"/>
            <p:nvPr/>
          </p:nvSpPr>
          <p:spPr>
            <a:xfrm rot="18653040">
              <a:off x="815879" y="1011093"/>
              <a:ext cx="641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90  </a:t>
              </a:r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F1431666-B527-EF29-01FC-5DC392ED592A}"/>
                </a:ext>
              </a:extLst>
            </p:cNvPr>
            <p:cNvSpPr/>
            <p:nvPr/>
          </p:nvSpPr>
          <p:spPr>
            <a:xfrm>
              <a:off x="712254" y="1384201"/>
              <a:ext cx="432000" cy="432000"/>
            </a:xfrm>
            <a:prstGeom prst="arc">
              <a:avLst>
                <a:gd name="adj1" fmla="val 16169015"/>
                <a:gd name="adj2" fmla="val 18662691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9" name="Object 18">
              <a:extLst>
                <a:ext uri="{FF2B5EF4-FFF2-40B4-BE49-F238E27FC236}">
                  <a16:creationId xmlns:a16="http://schemas.microsoft.com/office/drawing/2014/main" id="{93EDDBBF-5C51-BC09-5FB3-9F7316F6FD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4596920"/>
                </p:ext>
              </p:extLst>
            </p:nvPr>
          </p:nvGraphicFramePr>
          <p:xfrm>
            <a:off x="864754" y="546062"/>
            <a:ext cx="1270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6720" imgH="139680" progId="Equation.DSMT4">
                    <p:embed/>
                  </p:oleObj>
                </mc:Choice>
                <mc:Fallback>
                  <p:oleObj name="Equation" r:id="rId2" imgW="126720" imgH="139680" progId="Equation.DSMT4">
                    <p:embed/>
                    <p:pic>
                      <p:nvPicPr>
                        <p:cNvPr id="19" name="Object 18">
                          <a:extLst>
                            <a:ext uri="{FF2B5EF4-FFF2-40B4-BE49-F238E27FC236}">
                              <a16:creationId xmlns:a16="http://schemas.microsoft.com/office/drawing/2014/main" id="{93EDDBBF-5C51-BC09-5FB3-9F7316F6FDF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64754" y="546062"/>
                          <a:ext cx="1270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06B1D45-1947-2571-731D-52B00228DB0A}"/>
              </a:ext>
            </a:extLst>
          </p:cNvPr>
          <p:cNvGrpSpPr/>
          <p:nvPr/>
        </p:nvGrpSpPr>
        <p:grpSpPr>
          <a:xfrm>
            <a:off x="2535974" y="942975"/>
            <a:ext cx="1462910" cy="1696925"/>
            <a:chOff x="712254" y="942975"/>
            <a:chExt cx="1462910" cy="169692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559053D-5D97-5ACA-EEF6-2882F1A2ED4B}"/>
                </a:ext>
              </a:extLst>
            </p:cNvPr>
            <p:cNvCxnSpPr/>
            <p:nvPr/>
          </p:nvCxnSpPr>
          <p:spPr>
            <a:xfrm>
              <a:off x="928255" y="1600200"/>
              <a:ext cx="1246909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19BE6ED-5053-9618-B6B9-E01C40AFDC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8255" y="942975"/>
              <a:ext cx="560820" cy="65722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0ADBA1E-4C45-5EC5-D4C4-ADDE84C00640}"/>
                </a:ext>
              </a:extLst>
            </p:cNvPr>
            <p:cNvCxnSpPr>
              <a:cxnSpLocks/>
            </p:cNvCxnSpPr>
            <p:nvPr/>
          </p:nvCxnSpPr>
          <p:spPr>
            <a:xfrm>
              <a:off x="928254" y="1600200"/>
              <a:ext cx="0" cy="900000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7EF3A70-A570-D24D-FB18-FDE600107942}"/>
                </a:ext>
              </a:extLst>
            </p:cNvPr>
            <p:cNvSpPr txBox="1"/>
            <p:nvPr/>
          </p:nvSpPr>
          <p:spPr>
            <a:xfrm>
              <a:off x="1076257" y="1305201"/>
              <a:ext cx="2648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60243838-789B-55DB-A6A9-2EC98C60F0A5}"/>
                </a:ext>
              </a:extLst>
            </p:cNvPr>
            <p:cNvSpPr/>
            <p:nvPr/>
          </p:nvSpPr>
          <p:spPr>
            <a:xfrm>
              <a:off x="748254" y="1420200"/>
              <a:ext cx="360000" cy="360000"/>
            </a:xfrm>
            <a:prstGeom prst="arc">
              <a:avLst>
                <a:gd name="adj1" fmla="val 18668140"/>
                <a:gd name="adj2" fmla="val 5360301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7C4CE3-9BA8-CC76-1CBC-1ED0F634D858}"/>
                </a:ext>
              </a:extLst>
            </p:cNvPr>
            <p:cNvSpPr txBox="1"/>
            <p:nvPr/>
          </p:nvSpPr>
          <p:spPr>
            <a:xfrm>
              <a:off x="1022164" y="1661200"/>
              <a:ext cx="641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90 + </a:t>
              </a:r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0B7795F8-625B-C9C2-7B59-C0DEACA67E0D}"/>
                </a:ext>
              </a:extLst>
            </p:cNvPr>
            <p:cNvSpPr/>
            <p:nvPr/>
          </p:nvSpPr>
          <p:spPr>
            <a:xfrm>
              <a:off x="712254" y="1384201"/>
              <a:ext cx="432000" cy="432000"/>
            </a:xfrm>
            <a:prstGeom prst="arc">
              <a:avLst>
                <a:gd name="adj1" fmla="val 18644975"/>
                <a:gd name="adj2" fmla="val 21567546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29" name="Object 28">
              <a:extLst>
                <a:ext uri="{FF2B5EF4-FFF2-40B4-BE49-F238E27FC236}">
                  <a16:creationId xmlns:a16="http://schemas.microsoft.com/office/drawing/2014/main" id="{D5B9777A-1D1E-FC5A-68FD-76F0FFFC0F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7492038"/>
                </p:ext>
              </p:extLst>
            </p:nvPr>
          </p:nvGraphicFramePr>
          <p:xfrm>
            <a:off x="864754" y="2500200"/>
            <a:ext cx="1270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6720" imgH="139680" progId="Equation.DSMT4">
                    <p:embed/>
                  </p:oleObj>
                </mc:Choice>
                <mc:Fallback>
                  <p:oleObj name="Equation" r:id="rId2" imgW="126720" imgH="139680" progId="Equation.DSMT4">
                    <p:embed/>
                    <p:pic>
                      <p:nvPicPr>
                        <p:cNvPr id="29" name="Object 28">
                          <a:extLst>
                            <a:ext uri="{FF2B5EF4-FFF2-40B4-BE49-F238E27FC236}">
                              <a16:creationId xmlns:a16="http://schemas.microsoft.com/office/drawing/2014/main" id="{D5B9777A-1D1E-FC5A-68FD-76F0FFFC0FF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64754" y="2500200"/>
                          <a:ext cx="1270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235E75F-5250-486C-1FEF-29C521FF4FBC}"/>
              </a:ext>
            </a:extLst>
          </p:cNvPr>
          <p:cNvGrpSpPr/>
          <p:nvPr/>
        </p:nvGrpSpPr>
        <p:grpSpPr>
          <a:xfrm>
            <a:off x="4581928" y="280602"/>
            <a:ext cx="4318049" cy="3945282"/>
            <a:chOff x="4581928" y="280602"/>
            <a:chExt cx="4318049" cy="3945282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D1052B2-15F8-A7B2-A3E2-E9E24222D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28699" y="320418"/>
              <a:ext cx="3484432" cy="384548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2954503-DEC5-991E-C400-3B5B807FB64C}"/>
                </a:ext>
              </a:extLst>
            </p:cNvPr>
            <p:cNvSpPr txBox="1"/>
            <p:nvPr/>
          </p:nvSpPr>
          <p:spPr>
            <a:xfrm>
              <a:off x="7414379" y="81643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dirty="0"/>
                <a:t>1</a:t>
              </a:r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2490893-EF31-B72C-513F-D9F96F0520AF}"/>
                </a:ext>
              </a:extLst>
            </p:cNvPr>
            <p:cNvSpPr txBox="1"/>
            <p:nvPr/>
          </p:nvSpPr>
          <p:spPr>
            <a:xfrm>
              <a:off x="5862407" y="111342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dirty="0"/>
                <a:t>1</a:t>
              </a:r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5E419BB-5454-046C-4E74-26CF91BD44F7}"/>
                </a:ext>
              </a:extLst>
            </p:cNvPr>
            <p:cNvSpPr txBox="1"/>
            <p:nvPr/>
          </p:nvSpPr>
          <p:spPr>
            <a:xfrm>
              <a:off x="6715917" y="224315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dirty="0"/>
                <a:t>2</a:t>
              </a:r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59B79DA-E754-8E7C-FEB0-054C4525B7B5}"/>
                </a:ext>
              </a:extLst>
            </p:cNvPr>
            <p:cNvSpPr txBox="1"/>
            <p:nvPr/>
          </p:nvSpPr>
          <p:spPr>
            <a:xfrm>
              <a:off x="6946704" y="1230868"/>
              <a:ext cx="8210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dirty="0"/>
                <a:t>(0,0,0)</a:t>
              </a:r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E294008-DEB6-E6D3-F437-9D34487FF1FF}"/>
                </a:ext>
              </a:extLst>
            </p:cNvPr>
            <p:cNvSpPr txBox="1"/>
            <p:nvPr/>
          </p:nvSpPr>
          <p:spPr>
            <a:xfrm>
              <a:off x="4581928" y="431246"/>
              <a:ext cx="882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dirty="0"/>
                <a:t>(-1,0,0)</a:t>
              </a:r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C2F6D0-B475-B394-4806-1C12D448D8C3}"/>
                </a:ext>
              </a:extLst>
            </p:cNvPr>
            <p:cNvSpPr txBox="1"/>
            <p:nvPr/>
          </p:nvSpPr>
          <p:spPr>
            <a:xfrm>
              <a:off x="8078918" y="280602"/>
              <a:ext cx="8210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dirty="0"/>
                <a:t>(0,1,0)</a:t>
              </a:r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7ACFB87-0F16-5E7F-1E31-088A1ACF1B9D}"/>
                </a:ext>
              </a:extLst>
            </p:cNvPr>
            <p:cNvSpPr txBox="1"/>
            <p:nvPr/>
          </p:nvSpPr>
          <p:spPr>
            <a:xfrm>
              <a:off x="6964576" y="3856552"/>
              <a:ext cx="899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dirty="0"/>
                <a:t>(0,0,-2)</a:t>
              </a:r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02B1365-49C8-D2ED-72F6-CE31CF764336}"/>
              </a:ext>
            </a:extLst>
          </p:cNvPr>
          <p:cNvGrpSpPr/>
          <p:nvPr/>
        </p:nvGrpSpPr>
        <p:grpSpPr>
          <a:xfrm>
            <a:off x="333252" y="3311497"/>
            <a:ext cx="5529155" cy="3256590"/>
            <a:chOff x="333252" y="3311497"/>
            <a:chExt cx="5529155" cy="3256590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BF534AF7-8919-E56E-D21A-059E7D5D1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3252" y="3368429"/>
              <a:ext cx="4405444" cy="3058325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E5DBF12-8441-8DB0-8727-E1933AA78F64}"/>
                </a:ext>
              </a:extLst>
            </p:cNvPr>
            <p:cNvSpPr txBox="1"/>
            <p:nvPr/>
          </p:nvSpPr>
          <p:spPr>
            <a:xfrm>
              <a:off x="2458862" y="5023085"/>
              <a:ext cx="8210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dirty="0"/>
                <a:t>(0,0,0)</a:t>
              </a:r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1DD23E4-777E-0E39-2041-A25BA94ADA82}"/>
                </a:ext>
              </a:extLst>
            </p:cNvPr>
            <p:cNvSpPr txBox="1"/>
            <p:nvPr/>
          </p:nvSpPr>
          <p:spPr>
            <a:xfrm>
              <a:off x="4512357" y="6057422"/>
              <a:ext cx="13500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dirty="0"/>
                <a:t>(sqrt(3),0,0)</a:t>
              </a:r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B9CE2AB-CAF0-B49B-5959-AA5E902402E0}"/>
                </a:ext>
              </a:extLst>
            </p:cNvPr>
            <p:cNvSpPr txBox="1"/>
            <p:nvPr/>
          </p:nvSpPr>
          <p:spPr>
            <a:xfrm>
              <a:off x="2571974" y="3311497"/>
              <a:ext cx="8210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dirty="0"/>
                <a:t>(0,0,1)</a:t>
              </a:r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9B537C3-F372-9450-CB1D-E625BCC05CD0}"/>
                </a:ext>
              </a:extLst>
            </p:cNvPr>
            <p:cNvSpPr txBox="1"/>
            <p:nvPr/>
          </p:nvSpPr>
          <p:spPr>
            <a:xfrm>
              <a:off x="517724" y="6198755"/>
              <a:ext cx="882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dirty="0"/>
                <a:t>(0,-1,0)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19862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D3E6E-F564-1ADF-DD8E-530720EC9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047E1F0-71E5-540B-44D2-808CFFA2C3DF}"/>
              </a:ext>
            </a:extLst>
          </p:cNvPr>
          <p:cNvGrpSpPr/>
          <p:nvPr/>
        </p:nvGrpSpPr>
        <p:grpSpPr>
          <a:xfrm>
            <a:off x="284017" y="404412"/>
            <a:ext cx="4603383" cy="4712471"/>
            <a:chOff x="284017" y="404412"/>
            <a:chExt cx="4603383" cy="471247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84BB50B-A3B4-13E2-1E66-225247436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6745" y="404412"/>
              <a:ext cx="3910655" cy="4527805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92CDB56-580B-30D6-E710-261B9066ABE5}"/>
                </a:ext>
              </a:extLst>
            </p:cNvPr>
            <p:cNvSpPr txBox="1"/>
            <p:nvPr/>
          </p:nvSpPr>
          <p:spPr>
            <a:xfrm>
              <a:off x="976745" y="4747551"/>
              <a:ext cx="8210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dirty="0"/>
                <a:t>(0,0,0)</a:t>
              </a:r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C8D318D-B347-7640-4B35-35C3700FB0F0}"/>
                </a:ext>
              </a:extLst>
            </p:cNvPr>
            <p:cNvSpPr txBox="1"/>
            <p:nvPr/>
          </p:nvSpPr>
          <p:spPr>
            <a:xfrm>
              <a:off x="3830781" y="4562885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dirty="0"/>
                <a:t>(12,0,0)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C9AF667-495F-B2DD-21C6-A9CB551422D2}"/>
                </a:ext>
              </a:extLst>
            </p:cNvPr>
            <p:cNvSpPr txBox="1"/>
            <p:nvPr/>
          </p:nvSpPr>
          <p:spPr>
            <a:xfrm>
              <a:off x="2059779" y="1517256"/>
              <a:ext cx="8210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dirty="0"/>
                <a:t>(0,8,9)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63FABBD-1571-E596-A3F0-84DA6D1ADEA7}"/>
                </a:ext>
              </a:extLst>
            </p:cNvPr>
            <p:cNvSpPr txBox="1"/>
            <p:nvPr/>
          </p:nvSpPr>
          <p:spPr>
            <a:xfrm>
              <a:off x="284017" y="1147924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dirty="0"/>
                <a:t>(0,0,13)</a:t>
              </a:r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C89C14E-FF40-772B-C2FC-155E85706D0F}"/>
              </a:ext>
            </a:extLst>
          </p:cNvPr>
          <p:cNvGrpSpPr/>
          <p:nvPr/>
        </p:nvGrpSpPr>
        <p:grpSpPr>
          <a:xfrm>
            <a:off x="5477827" y="475765"/>
            <a:ext cx="4740191" cy="2617602"/>
            <a:chOff x="5477827" y="475765"/>
            <a:chExt cx="4740191" cy="261760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6F71FC6-E9F9-A4AA-CD5B-CE8829E76828}"/>
                </a:ext>
              </a:extLst>
            </p:cNvPr>
            <p:cNvCxnSpPr>
              <a:cxnSpLocks/>
            </p:cNvCxnSpPr>
            <p:nvPr/>
          </p:nvCxnSpPr>
          <p:spPr>
            <a:xfrm>
              <a:off x="7868756" y="752764"/>
              <a:ext cx="0" cy="1516303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62D9CD-B58E-196E-CA31-AF914A05971D}"/>
                </a:ext>
              </a:extLst>
            </p:cNvPr>
            <p:cNvSpPr txBox="1"/>
            <p:nvPr/>
          </p:nvSpPr>
          <p:spPr>
            <a:xfrm>
              <a:off x="7494294" y="475765"/>
              <a:ext cx="7489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(0, 0, 1)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C4BD4CA-F71D-A23F-C8BD-A730658E3BF9}"/>
                </a:ext>
              </a:extLst>
            </p:cNvPr>
            <p:cNvSpPr/>
            <p:nvPr/>
          </p:nvSpPr>
          <p:spPr>
            <a:xfrm>
              <a:off x="6261693" y="752764"/>
              <a:ext cx="3216741" cy="2202104"/>
            </a:xfrm>
            <a:prstGeom prst="triangl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EF15166-72C2-DF10-9E96-7D779ECAB8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1693" y="2269067"/>
              <a:ext cx="1607063" cy="685801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8C6731E-7765-CF4E-FE1D-442AEC43386D}"/>
                </a:ext>
              </a:extLst>
            </p:cNvPr>
            <p:cNvCxnSpPr>
              <a:cxnSpLocks/>
              <a:endCxn id="13" idx="4"/>
            </p:cNvCxnSpPr>
            <p:nvPr/>
          </p:nvCxnSpPr>
          <p:spPr>
            <a:xfrm>
              <a:off x="7884441" y="2269066"/>
              <a:ext cx="1593993" cy="685802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3B3AB78-DEB3-4BBA-5600-BAA000862EB5}"/>
                </a:ext>
              </a:extLst>
            </p:cNvPr>
            <p:cNvSpPr txBox="1"/>
            <p:nvPr/>
          </p:nvSpPr>
          <p:spPr>
            <a:xfrm>
              <a:off x="7868756" y="2034176"/>
              <a:ext cx="7825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(0, 0, 0)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ED265AA-3F68-587C-5E13-B7C0F0CFCFB2}"/>
                </a:ext>
              </a:extLst>
            </p:cNvPr>
            <p:cNvSpPr txBox="1"/>
            <p:nvPr/>
          </p:nvSpPr>
          <p:spPr>
            <a:xfrm>
              <a:off x="5477827" y="2816368"/>
              <a:ext cx="8515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(0, 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1, 0)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3" name="Object 22">
              <a:extLst>
                <a:ext uri="{FF2B5EF4-FFF2-40B4-BE49-F238E27FC236}">
                  <a16:creationId xmlns:a16="http://schemas.microsoft.com/office/drawing/2014/main" id="{B8CAC587-1A3D-B7FC-650B-5685E927FE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7602414"/>
                </p:ext>
              </p:extLst>
            </p:nvPr>
          </p:nvGraphicFramePr>
          <p:xfrm>
            <a:off x="9494118" y="2834217"/>
            <a:ext cx="7239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723600" imgH="241200" progId="Equation.DSMT4">
                    <p:embed/>
                  </p:oleObj>
                </mc:Choice>
                <mc:Fallback>
                  <p:oleObj name="Equation" r:id="rId3" imgW="723600" imgH="241200" progId="Equation.DSMT4">
                    <p:embed/>
                    <p:pic>
                      <p:nvPicPr>
                        <p:cNvPr id="23" name="Object 22">
                          <a:extLst>
                            <a:ext uri="{FF2B5EF4-FFF2-40B4-BE49-F238E27FC236}">
                              <a16:creationId xmlns:a16="http://schemas.microsoft.com/office/drawing/2014/main" id="{B8CAC587-1A3D-B7FC-650B-5685E927FE6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494118" y="2834217"/>
                          <a:ext cx="7239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8F9B710-89C1-06DC-A287-38A0D9ED6210}"/>
              </a:ext>
            </a:extLst>
          </p:cNvPr>
          <p:cNvGrpSpPr/>
          <p:nvPr/>
        </p:nvGrpSpPr>
        <p:grpSpPr>
          <a:xfrm>
            <a:off x="5714310" y="3502169"/>
            <a:ext cx="3871020" cy="3181529"/>
            <a:chOff x="5714310" y="3502169"/>
            <a:chExt cx="3871020" cy="3181529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81F8451-2C65-0DDD-A842-AE0EBA36FF87}"/>
                </a:ext>
              </a:extLst>
            </p:cNvPr>
            <p:cNvCxnSpPr>
              <a:cxnSpLocks/>
            </p:cNvCxnSpPr>
            <p:nvPr/>
          </p:nvCxnSpPr>
          <p:spPr>
            <a:xfrm>
              <a:off x="6436077" y="4303255"/>
              <a:ext cx="0" cy="15917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679840A-0FBA-C80A-6D9B-5D4CA843C4C2}"/>
                </a:ext>
              </a:extLst>
            </p:cNvPr>
            <p:cNvCxnSpPr>
              <a:cxnSpLocks/>
            </p:cNvCxnSpPr>
            <p:nvPr/>
          </p:nvCxnSpPr>
          <p:spPr>
            <a:xfrm>
              <a:off x="7511344" y="4845122"/>
              <a:ext cx="0" cy="15917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5E4E0AC-466D-B377-FA43-C5F8AEF5CBDE}"/>
                </a:ext>
              </a:extLst>
            </p:cNvPr>
            <p:cNvCxnSpPr>
              <a:cxnSpLocks/>
            </p:cNvCxnSpPr>
            <p:nvPr/>
          </p:nvCxnSpPr>
          <p:spPr>
            <a:xfrm>
              <a:off x="8816703" y="4301400"/>
              <a:ext cx="0" cy="15917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DF82A0F-4FAB-37D3-2244-B0A615D67B89}"/>
                </a:ext>
              </a:extLst>
            </p:cNvPr>
            <p:cNvCxnSpPr>
              <a:cxnSpLocks/>
            </p:cNvCxnSpPr>
            <p:nvPr/>
          </p:nvCxnSpPr>
          <p:spPr>
            <a:xfrm>
              <a:off x="7735711" y="3761388"/>
              <a:ext cx="0" cy="1591733"/>
            </a:xfrm>
            <a:prstGeom prst="line">
              <a:avLst/>
            </a:prstGeom>
            <a:ln w="9525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4566D79-1879-43DB-E5C0-4B555E1AC9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296" y="5342886"/>
              <a:ext cx="1299634" cy="536985"/>
            </a:xfrm>
            <a:prstGeom prst="line">
              <a:avLst/>
            </a:prstGeom>
            <a:ln w="9525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0A439E0-18FE-BF4A-7E27-FE618840B2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28272" y="5338793"/>
              <a:ext cx="1081213" cy="546749"/>
            </a:xfrm>
            <a:prstGeom prst="line">
              <a:avLst/>
            </a:prstGeom>
            <a:ln w="9525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EE8CC89-A34A-49ED-C6EA-0189CCAC8CB1}"/>
                </a:ext>
              </a:extLst>
            </p:cNvPr>
            <p:cNvCxnSpPr/>
            <p:nvPr/>
          </p:nvCxnSpPr>
          <p:spPr>
            <a:xfrm>
              <a:off x="6436077" y="5892547"/>
              <a:ext cx="1075267" cy="54674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8A84EE9-949D-697E-A185-A6A314E6A6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09852" y="5885928"/>
              <a:ext cx="1311084" cy="55298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F5E9EF8-5E1D-2F6B-B01D-0A2E4734AC90}"/>
                </a:ext>
              </a:extLst>
            </p:cNvPr>
            <p:cNvCxnSpPr/>
            <p:nvPr/>
          </p:nvCxnSpPr>
          <p:spPr>
            <a:xfrm>
              <a:off x="6436077" y="4308957"/>
              <a:ext cx="1075267" cy="54674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378F810-AE37-359D-8972-300258C710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09852" y="4301400"/>
              <a:ext cx="1311084" cy="55298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1E8E043-CFC2-143C-45AD-ECD98F29C6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0352" y="3755300"/>
              <a:ext cx="1311084" cy="55298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26CB707-15F5-77A3-0988-AA71FB3603A6}"/>
                </a:ext>
              </a:extLst>
            </p:cNvPr>
            <p:cNvCxnSpPr/>
            <p:nvPr/>
          </p:nvCxnSpPr>
          <p:spPr>
            <a:xfrm>
              <a:off x="7738573" y="3757651"/>
              <a:ext cx="1075267" cy="54674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1441ED3-4751-6BC9-C9AC-D0684A577562}"/>
                </a:ext>
              </a:extLst>
            </p:cNvPr>
            <p:cNvSpPr txBox="1"/>
            <p:nvPr/>
          </p:nvSpPr>
          <p:spPr>
            <a:xfrm>
              <a:off x="8810757" y="4131107"/>
              <a:ext cx="7665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(1, 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1, 1)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7D0B5FD-6DFC-85F5-3245-A9753403DA75}"/>
                </a:ext>
              </a:extLst>
            </p:cNvPr>
            <p:cNvCxnSpPr/>
            <p:nvPr/>
          </p:nvCxnSpPr>
          <p:spPr>
            <a:xfrm flipH="1">
              <a:off x="6430352" y="3755300"/>
              <a:ext cx="1308221" cy="2134806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B1EA0C5-E99D-28F0-B5D8-F487797449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2928" y="4312019"/>
              <a:ext cx="1066557" cy="1032987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90430FF-A0EF-F9F6-AA5D-9C8C729EF4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4041" y="4304400"/>
              <a:ext cx="2372662" cy="1585410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E45525E-79C2-9BEA-9DF6-96943B488814}"/>
                </a:ext>
              </a:extLst>
            </p:cNvPr>
            <p:cNvSpPr txBox="1"/>
            <p:nvPr/>
          </p:nvSpPr>
          <p:spPr>
            <a:xfrm>
              <a:off x="5714310" y="5746080"/>
              <a:ext cx="7825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(0, 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0, 0)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ACAE352-F21B-94E8-5873-70FDB52ED7FB}"/>
                </a:ext>
              </a:extLst>
            </p:cNvPr>
            <p:cNvSpPr txBox="1"/>
            <p:nvPr/>
          </p:nvSpPr>
          <p:spPr>
            <a:xfrm>
              <a:off x="8802743" y="5741371"/>
              <a:ext cx="7825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(1, 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1, 0)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10FCEC5-6622-8571-ECB1-07C0CF21F9A6}"/>
                </a:ext>
              </a:extLst>
            </p:cNvPr>
            <p:cNvSpPr txBox="1"/>
            <p:nvPr/>
          </p:nvSpPr>
          <p:spPr>
            <a:xfrm>
              <a:off x="7321904" y="6406699"/>
              <a:ext cx="7825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(1, 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0, 0)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FBD7A08-3DBB-BAA1-91D8-358325267E01}"/>
                </a:ext>
              </a:extLst>
            </p:cNvPr>
            <p:cNvSpPr txBox="1"/>
            <p:nvPr/>
          </p:nvSpPr>
          <p:spPr>
            <a:xfrm>
              <a:off x="7778974" y="5187952"/>
              <a:ext cx="7825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(0, 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1, 0)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8FC9E2C-5D31-0498-22DE-9291BEB61CAB}"/>
                </a:ext>
              </a:extLst>
            </p:cNvPr>
            <p:cNvSpPr txBox="1"/>
            <p:nvPr/>
          </p:nvSpPr>
          <p:spPr>
            <a:xfrm>
              <a:off x="7630372" y="3502169"/>
              <a:ext cx="7665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(0, 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1, 1)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F97EFFF-23B0-00DF-B6AB-E6039411B403}"/>
                </a:ext>
              </a:extLst>
            </p:cNvPr>
            <p:cNvSpPr txBox="1"/>
            <p:nvPr/>
          </p:nvSpPr>
          <p:spPr>
            <a:xfrm>
              <a:off x="5749346" y="4131106"/>
              <a:ext cx="7665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(0, 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0, 1)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D76AB3F-D347-C7A5-30C9-34C53F921B98}"/>
                </a:ext>
              </a:extLst>
            </p:cNvPr>
            <p:cNvSpPr txBox="1"/>
            <p:nvPr/>
          </p:nvSpPr>
          <p:spPr>
            <a:xfrm>
              <a:off x="7387192" y="4565246"/>
              <a:ext cx="7825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(1, 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0, 1)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8359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3154F9-29DE-0BBA-59D8-1A2C8E2F3409}"/>
              </a:ext>
            </a:extLst>
          </p:cNvPr>
          <p:cNvSpPr txBox="1"/>
          <p:nvPr/>
        </p:nvSpPr>
        <p:spPr>
          <a:xfrm>
            <a:off x="594531" y="2540079"/>
            <a:ext cx="1217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H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</a:t>
            </a:r>
            <a:r>
              <a:rPr lang="en-HK" sz="1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tan</a:t>
            </a:r>
            <a:r>
              <a:rPr lang="en-HK" sz="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HK" sz="1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47, 0)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75D51204-5A27-43B5-9751-3E4224495D54}"/>
              </a:ext>
            </a:extLst>
          </p:cNvPr>
          <p:cNvSpPr/>
          <p:nvPr/>
        </p:nvSpPr>
        <p:spPr>
          <a:xfrm>
            <a:off x="879474" y="698500"/>
            <a:ext cx="3149601" cy="1841580"/>
          </a:xfrm>
          <a:prstGeom prst="triangle">
            <a:avLst>
              <a:gd name="adj" fmla="val 38004"/>
            </a:avLst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2229FA-2922-5D45-CF2A-FD0EF5A381FD}"/>
              </a:ext>
            </a:extLst>
          </p:cNvPr>
          <p:cNvCxnSpPr>
            <a:stCxn id="6" idx="0"/>
          </p:cNvCxnSpPr>
          <p:nvPr/>
        </p:nvCxnSpPr>
        <p:spPr>
          <a:xfrm>
            <a:off x="2076448" y="698500"/>
            <a:ext cx="2" cy="847725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9A4497-8891-476A-5C69-3F2E0A9A3CD4}"/>
              </a:ext>
            </a:extLst>
          </p:cNvPr>
          <p:cNvCxnSpPr>
            <a:cxnSpLocks/>
            <a:stCxn id="6" idx="2"/>
          </p:cNvCxnSpPr>
          <p:nvPr/>
        </p:nvCxnSpPr>
        <p:spPr>
          <a:xfrm flipV="1">
            <a:off x="879474" y="1546225"/>
            <a:ext cx="1196974" cy="993855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8589DC-4CD9-1AEE-DF2D-003C9FE45DFD}"/>
              </a:ext>
            </a:extLst>
          </p:cNvPr>
          <p:cNvCxnSpPr>
            <a:cxnSpLocks/>
          </p:cNvCxnSpPr>
          <p:nvPr/>
        </p:nvCxnSpPr>
        <p:spPr>
          <a:xfrm>
            <a:off x="2076448" y="1546225"/>
            <a:ext cx="1952627" cy="993855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1F68526-DB36-ED55-09F8-710F2AF1DA1A}"/>
              </a:ext>
            </a:extLst>
          </p:cNvPr>
          <p:cNvSpPr txBox="1"/>
          <p:nvPr/>
        </p:nvSpPr>
        <p:spPr>
          <a:xfrm>
            <a:off x="2029956" y="1312602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H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</a:t>
            </a:r>
            <a:r>
              <a:rPr lang="en-HK" sz="1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0, 0)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C4B608-1D2F-10D8-AB76-23FA578CDF6C}"/>
              </a:ext>
            </a:extLst>
          </p:cNvPr>
          <p:cNvSpPr txBox="1"/>
          <p:nvPr/>
        </p:nvSpPr>
        <p:spPr>
          <a:xfrm>
            <a:off x="1919442" y="443189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H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</a:t>
            </a:r>
            <a:r>
              <a:rPr lang="en-HK" sz="1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0, 1)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B6A7D2-65AF-76DB-2B4B-65F1B10D092D}"/>
              </a:ext>
            </a:extLst>
          </p:cNvPr>
          <p:cNvSpPr txBox="1"/>
          <p:nvPr/>
        </p:nvSpPr>
        <p:spPr>
          <a:xfrm>
            <a:off x="3967317" y="2401580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H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</a:t>
            </a:r>
            <a:r>
              <a:rPr lang="en-HK" sz="1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tan</a:t>
            </a:r>
            <a:r>
              <a:rPr lang="en-HK" sz="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HK" sz="1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53, 0)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25B03B6-9985-2866-31E9-6EBEF7CD02E1}"/>
              </a:ext>
            </a:extLst>
          </p:cNvPr>
          <p:cNvGrpSpPr/>
          <p:nvPr/>
        </p:nvGrpSpPr>
        <p:grpSpPr>
          <a:xfrm>
            <a:off x="4775671" y="459981"/>
            <a:ext cx="3689531" cy="2887564"/>
            <a:chOff x="4775671" y="459981"/>
            <a:chExt cx="3689531" cy="288756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8EA04BC-E811-92EF-0D71-9716EBDC0D06}"/>
                </a:ext>
              </a:extLst>
            </p:cNvPr>
            <p:cNvSpPr txBox="1"/>
            <p:nvPr/>
          </p:nvSpPr>
          <p:spPr>
            <a:xfrm>
              <a:off x="5320257" y="3050401"/>
              <a:ext cx="7665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(0, 0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 0)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B5FC618-BD98-AF07-E129-2BD2C1C84B8D}"/>
                </a:ext>
              </a:extLst>
            </p:cNvPr>
            <p:cNvCxnSpPr/>
            <p:nvPr/>
          </p:nvCxnSpPr>
          <p:spPr>
            <a:xfrm>
              <a:off x="5553075" y="1184275"/>
              <a:ext cx="0" cy="190980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71D2BD4-11C9-2B5E-34EA-53FDE4BB6A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53075" y="3094077"/>
              <a:ext cx="149542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B36C2AF-9456-5DCA-B429-CFC59B551F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53075" y="677333"/>
              <a:ext cx="516467" cy="50694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602B81-A6B7-9283-7B5F-298A5DE583D2}"/>
                </a:ext>
              </a:extLst>
            </p:cNvPr>
            <p:cNvCxnSpPr/>
            <p:nvPr/>
          </p:nvCxnSpPr>
          <p:spPr>
            <a:xfrm>
              <a:off x="7048500" y="1184275"/>
              <a:ext cx="0" cy="190980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70A4E8-868D-6F5E-94B3-2B427B5A0A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8500" y="677333"/>
              <a:ext cx="516467" cy="50694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69E1EC0-CDB9-A953-96A9-44CE0F9EBD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53074" y="2587135"/>
              <a:ext cx="516467" cy="506942"/>
            </a:xfrm>
            <a:prstGeom prst="line">
              <a:avLst/>
            </a:prstGeom>
            <a:ln w="9525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B4F5CD5-19C6-B184-84A3-ED8FA5F175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8500" y="2587135"/>
              <a:ext cx="516467" cy="50694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A2F7759-51B9-8ED6-71DC-7BFB95AE2D70}"/>
                </a:ext>
              </a:extLst>
            </p:cNvPr>
            <p:cNvCxnSpPr/>
            <p:nvPr/>
          </p:nvCxnSpPr>
          <p:spPr>
            <a:xfrm>
              <a:off x="7564967" y="677333"/>
              <a:ext cx="0" cy="190980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5154FA9-25CF-C2FF-51CA-58FE6917EB8F}"/>
                </a:ext>
              </a:extLst>
            </p:cNvPr>
            <p:cNvCxnSpPr/>
            <p:nvPr/>
          </p:nvCxnSpPr>
          <p:spPr>
            <a:xfrm>
              <a:off x="6069541" y="677333"/>
              <a:ext cx="0" cy="1909802"/>
            </a:xfrm>
            <a:prstGeom prst="line">
              <a:avLst/>
            </a:prstGeom>
            <a:ln w="9525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133E221-BDCC-A03B-2274-1309AF8B42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69541" y="2587135"/>
              <a:ext cx="1495425" cy="0"/>
            </a:xfrm>
            <a:prstGeom prst="line">
              <a:avLst/>
            </a:prstGeom>
            <a:ln w="9525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C59A329-F92A-EF65-DDD0-D6F23F5210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53075" y="1184275"/>
              <a:ext cx="149542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0981D4E-0AD0-49BE-A5ED-0E3F826F3F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69541" y="677333"/>
              <a:ext cx="149542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4F9DAD5-2A7D-4BE5-617D-412F67681966}"/>
                </a:ext>
              </a:extLst>
            </p:cNvPr>
            <p:cNvCxnSpPr>
              <a:cxnSpLocks/>
            </p:cNvCxnSpPr>
            <p:nvPr/>
          </p:nvCxnSpPr>
          <p:spPr>
            <a:xfrm>
              <a:off x="6069541" y="2587135"/>
              <a:ext cx="978958" cy="506941"/>
            </a:xfrm>
            <a:prstGeom prst="line">
              <a:avLst/>
            </a:prstGeom>
            <a:ln w="9525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335B25F-0B6D-0DF6-5C14-502461BD4E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52232" y="2587134"/>
              <a:ext cx="2012732" cy="506942"/>
            </a:xfrm>
            <a:prstGeom prst="line">
              <a:avLst/>
            </a:prstGeom>
            <a:ln w="9525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DEA1B7B-B862-CBB1-3DFF-7B0D0511A5C6}"/>
                </a:ext>
              </a:extLst>
            </p:cNvPr>
            <p:cNvSpPr txBox="1"/>
            <p:nvPr/>
          </p:nvSpPr>
          <p:spPr>
            <a:xfrm>
              <a:off x="6979695" y="3011564"/>
              <a:ext cx="84350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(16, 0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 0)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F7D23BB-DE4E-9C3D-0B0D-05A8BF3858E0}"/>
                </a:ext>
              </a:extLst>
            </p:cNvPr>
            <p:cNvSpPr txBox="1"/>
            <p:nvPr/>
          </p:nvSpPr>
          <p:spPr>
            <a:xfrm>
              <a:off x="6061955" y="3070546"/>
              <a:ext cx="5661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 cm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B1B95F0-FA2B-ACB5-D362-234372879AD9}"/>
                </a:ext>
              </a:extLst>
            </p:cNvPr>
            <p:cNvSpPr txBox="1"/>
            <p:nvPr/>
          </p:nvSpPr>
          <p:spPr>
            <a:xfrm>
              <a:off x="7318242" y="2734564"/>
              <a:ext cx="5661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 cm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176168A-5198-4B6F-BBDB-E1D1EDDB517C}"/>
                </a:ext>
              </a:extLst>
            </p:cNvPr>
            <p:cNvSpPr txBox="1"/>
            <p:nvPr/>
          </p:nvSpPr>
          <p:spPr>
            <a:xfrm>
              <a:off x="7507729" y="2040121"/>
              <a:ext cx="4892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 cm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3129A21-BF70-4550-30D2-7C46CA8D88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7954" y="1799186"/>
              <a:ext cx="1007010" cy="1038036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FF313AC-7D27-5E14-0088-51F2E87F1F8C}"/>
                </a:ext>
              </a:extLst>
            </p:cNvPr>
            <p:cNvCxnSpPr>
              <a:cxnSpLocks/>
            </p:cNvCxnSpPr>
            <p:nvPr/>
          </p:nvCxnSpPr>
          <p:spPr>
            <a:xfrm>
              <a:off x="5552232" y="1184274"/>
              <a:ext cx="2012732" cy="626086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9D6DE46-A642-FC1B-A677-3C422851A4D3}"/>
                </a:ext>
              </a:extLst>
            </p:cNvPr>
            <p:cNvCxnSpPr>
              <a:cxnSpLocks/>
            </p:cNvCxnSpPr>
            <p:nvPr/>
          </p:nvCxnSpPr>
          <p:spPr>
            <a:xfrm>
              <a:off x="5548393" y="1178687"/>
              <a:ext cx="1000249" cy="1658535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3A34364-8D20-B469-1CCE-4493219E7E29}"/>
                </a:ext>
              </a:extLst>
            </p:cNvPr>
            <p:cNvSpPr txBox="1"/>
            <p:nvPr/>
          </p:nvSpPr>
          <p:spPr>
            <a:xfrm>
              <a:off x="7507729" y="1054704"/>
              <a:ext cx="5661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15 cm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2F54B19-9231-4AF7-DD10-4F5E895E8227}"/>
                </a:ext>
              </a:extLst>
            </p:cNvPr>
            <p:cNvSpPr txBox="1"/>
            <p:nvPr/>
          </p:nvSpPr>
          <p:spPr>
            <a:xfrm>
              <a:off x="7507729" y="2448634"/>
              <a:ext cx="9364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(16, 12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 0)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2E327E3-323B-19AB-03F0-74B5E57CA93A}"/>
                </a:ext>
              </a:extLst>
            </p:cNvPr>
            <p:cNvSpPr txBox="1"/>
            <p:nvPr/>
          </p:nvSpPr>
          <p:spPr>
            <a:xfrm>
              <a:off x="5680027" y="2331758"/>
              <a:ext cx="8595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(0, 12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 0)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9E47A1F-B119-90CA-2F87-C8FCCE658E8B}"/>
                </a:ext>
              </a:extLst>
            </p:cNvPr>
            <p:cNvSpPr txBox="1"/>
            <p:nvPr/>
          </p:nvSpPr>
          <p:spPr>
            <a:xfrm>
              <a:off x="7528727" y="1660686"/>
              <a:ext cx="9364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(16, 12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 9)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318B8AC-DF60-C1D1-7179-FC1094460434}"/>
                </a:ext>
              </a:extLst>
            </p:cNvPr>
            <p:cNvSpPr txBox="1"/>
            <p:nvPr/>
          </p:nvSpPr>
          <p:spPr>
            <a:xfrm>
              <a:off x="6312555" y="2804488"/>
              <a:ext cx="7665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(8, 6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 0)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4A15681-0191-051D-A176-FB91EB540B20}"/>
                </a:ext>
              </a:extLst>
            </p:cNvPr>
            <p:cNvSpPr txBox="1"/>
            <p:nvPr/>
          </p:nvSpPr>
          <p:spPr>
            <a:xfrm>
              <a:off x="4775671" y="1013865"/>
              <a:ext cx="84350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(0, 0</a:t>
              </a:r>
              <a:r>
                <a:rPr lang="en-HK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 24)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3AAFC46-93EB-4989-B0C9-7A68688B5661}"/>
                </a:ext>
              </a:extLst>
            </p:cNvPr>
            <p:cNvSpPr txBox="1"/>
            <p:nvPr/>
          </p:nvSpPr>
          <p:spPr>
            <a:xfrm>
              <a:off x="5884703" y="459981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4E686F6-69D3-C216-1E9F-C93D7BC27D49}"/>
                </a:ext>
              </a:extLst>
            </p:cNvPr>
            <p:cNvSpPr txBox="1"/>
            <p:nvPr/>
          </p:nvSpPr>
          <p:spPr>
            <a:xfrm>
              <a:off x="6998787" y="1075599"/>
              <a:ext cx="295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A42D594-E9D8-FDF0-F432-C66768CA4AB4}"/>
                </a:ext>
              </a:extLst>
            </p:cNvPr>
            <p:cNvSpPr txBox="1"/>
            <p:nvPr/>
          </p:nvSpPr>
          <p:spPr>
            <a:xfrm>
              <a:off x="7495545" y="460499"/>
              <a:ext cx="295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5426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313</Words>
  <Application>Microsoft Office PowerPoint</Application>
  <PresentationFormat>Widescreen</PresentationFormat>
  <Paragraphs>63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Equation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Leung</dc:creator>
  <cp:lastModifiedBy>Henry Leung</cp:lastModifiedBy>
  <cp:revision>1</cp:revision>
  <dcterms:created xsi:type="dcterms:W3CDTF">2026-09-29T03:14:36Z</dcterms:created>
  <dcterms:modified xsi:type="dcterms:W3CDTF">2026-10-02T08:38:56Z</dcterms:modified>
</cp:coreProperties>
</file>